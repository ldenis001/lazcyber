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/>
    <p:restoredTop sz="94719"/>
  </p:normalViewPr>
  <p:slideViewPr>
    <p:cSldViewPr snapToGrid="0" snapToObjects="1">
      <p:cViewPr varScale="1">
        <p:scale>
          <a:sx n="148" d="100"/>
          <a:sy n="148" d="100"/>
        </p:scale>
        <p:origin x="11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994878-09B9-4502-A0A7-01D068128F5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3899CB1-F1A8-413D-A04C-3BFBE0FFDF8C}">
      <dgm:prSet/>
      <dgm:spPr/>
      <dgm:t>
        <a:bodyPr/>
        <a:lstStyle/>
        <a:p>
          <a:r>
            <a:rPr lang="en-US"/>
            <a:t>- What is cybersecurity?</a:t>
          </a:r>
        </a:p>
      </dgm:t>
    </dgm:pt>
    <dgm:pt modelId="{27605BFD-69F1-4309-83D1-46894EEDD6FF}" type="parTrans" cxnId="{4AE9AC4D-AA49-49C1-A6E0-42B5CB78FFEE}">
      <dgm:prSet/>
      <dgm:spPr/>
      <dgm:t>
        <a:bodyPr/>
        <a:lstStyle/>
        <a:p>
          <a:endParaRPr lang="en-US"/>
        </a:p>
      </dgm:t>
    </dgm:pt>
    <dgm:pt modelId="{991F4579-3ED7-4FBD-B8A6-B34E8581E7EF}" type="sibTrans" cxnId="{4AE9AC4D-AA49-49C1-A6E0-42B5CB78FFEE}">
      <dgm:prSet/>
      <dgm:spPr/>
      <dgm:t>
        <a:bodyPr/>
        <a:lstStyle/>
        <a:p>
          <a:endParaRPr lang="en-US"/>
        </a:p>
      </dgm:t>
    </dgm:pt>
    <dgm:pt modelId="{6A91478A-63F1-4CEA-9550-8634059A05AE}">
      <dgm:prSet/>
      <dgm:spPr/>
      <dgm:t>
        <a:bodyPr/>
        <a:lstStyle/>
        <a:p>
          <a:r>
            <a:rPr lang="en-US"/>
            <a:t>- Why cybersecurity matters more than ever</a:t>
          </a:r>
        </a:p>
      </dgm:t>
    </dgm:pt>
    <dgm:pt modelId="{90A9995B-C4A4-467F-BABC-1887107E3C91}" type="parTrans" cxnId="{75C8F145-CC38-4C37-860C-DC39F6562B9A}">
      <dgm:prSet/>
      <dgm:spPr/>
      <dgm:t>
        <a:bodyPr/>
        <a:lstStyle/>
        <a:p>
          <a:endParaRPr lang="en-US"/>
        </a:p>
      </dgm:t>
    </dgm:pt>
    <dgm:pt modelId="{2CC21CD5-9F5F-498C-A140-330598B81C2D}" type="sibTrans" cxnId="{75C8F145-CC38-4C37-860C-DC39F6562B9A}">
      <dgm:prSet/>
      <dgm:spPr/>
      <dgm:t>
        <a:bodyPr/>
        <a:lstStyle/>
        <a:p>
          <a:endParaRPr lang="en-US"/>
        </a:p>
      </dgm:t>
    </dgm:pt>
    <dgm:pt modelId="{E746A745-8317-4E8A-9DC6-13FC755D1700}">
      <dgm:prSet/>
      <dgm:spPr/>
      <dgm:t>
        <a:bodyPr/>
        <a:lstStyle/>
        <a:p>
          <a:r>
            <a:rPr lang="en-US"/>
            <a:t>- How cyber threats impact individuals and businesses</a:t>
          </a:r>
        </a:p>
      </dgm:t>
    </dgm:pt>
    <dgm:pt modelId="{3C33AF66-AC4F-47F1-9940-1473569A52A8}" type="parTrans" cxnId="{9FAB6EED-0DDA-41AF-8C56-479513DBE500}">
      <dgm:prSet/>
      <dgm:spPr/>
      <dgm:t>
        <a:bodyPr/>
        <a:lstStyle/>
        <a:p>
          <a:endParaRPr lang="en-US"/>
        </a:p>
      </dgm:t>
    </dgm:pt>
    <dgm:pt modelId="{E0949817-11A9-4B7A-A71D-F5DE35E77C45}" type="sibTrans" cxnId="{9FAB6EED-0DDA-41AF-8C56-479513DBE500}">
      <dgm:prSet/>
      <dgm:spPr/>
      <dgm:t>
        <a:bodyPr/>
        <a:lstStyle/>
        <a:p>
          <a:endParaRPr lang="en-US"/>
        </a:p>
      </dgm:t>
    </dgm:pt>
    <dgm:pt modelId="{044B8693-AD4C-48ED-BF64-FC076DD5F53A}" type="pres">
      <dgm:prSet presAssocID="{76994878-09B9-4502-A0A7-01D068128F55}" presName="root" presStyleCnt="0">
        <dgm:presLayoutVars>
          <dgm:dir/>
          <dgm:resizeHandles val="exact"/>
        </dgm:presLayoutVars>
      </dgm:prSet>
      <dgm:spPr/>
    </dgm:pt>
    <dgm:pt modelId="{629A2705-733B-487E-BA23-CF6837973300}" type="pres">
      <dgm:prSet presAssocID="{03899CB1-F1A8-413D-A04C-3BFBE0FFDF8C}" presName="compNode" presStyleCnt="0"/>
      <dgm:spPr/>
    </dgm:pt>
    <dgm:pt modelId="{F4B3215C-C0DD-47DA-9174-0BDE634A44FE}" type="pres">
      <dgm:prSet presAssocID="{03899CB1-F1A8-413D-A04C-3BFBE0FFDF8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FB6BD14-345F-4849-86F5-856C3BCD8D3D}" type="pres">
      <dgm:prSet presAssocID="{03899CB1-F1A8-413D-A04C-3BFBE0FFDF8C}" presName="spaceRect" presStyleCnt="0"/>
      <dgm:spPr/>
    </dgm:pt>
    <dgm:pt modelId="{A279F7C2-1DFD-4425-9DB1-575C5E67B72A}" type="pres">
      <dgm:prSet presAssocID="{03899CB1-F1A8-413D-A04C-3BFBE0FFDF8C}" presName="textRect" presStyleLbl="revTx" presStyleIdx="0" presStyleCnt="3">
        <dgm:presLayoutVars>
          <dgm:chMax val="1"/>
          <dgm:chPref val="1"/>
        </dgm:presLayoutVars>
      </dgm:prSet>
      <dgm:spPr/>
    </dgm:pt>
    <dgm:pt modelId="{A9B84F9B-126B-4B9D-8774-FA869547D2C2}" type="pres">
      <dgm:prSet presAssocID="{991F4579-3ED7-4FBD-B8A6-B34E8581E7EF}" presName="sibTrans" presStyleCnt="0"/>
      <dgm:spPr/>
    </dgm:pt>
    <dgm:pt modelId="{F370A913-BC23-48EE-B5D1-007AB460AEA4}" type="pres">
      <dgm:prSet presAssocID="{6A91478A-63F1-4CEA-9550-8634059A05AE}" presName="compNode" presStyleCnt="0"/>
      <dgm:spPr/>
    </dgm:pt>
    <dgm:pt modelId="{A2CEF3D8-75F2-46E4-8BE4-870E75993EC3}" type="pres">
      <dgm:prSet presAssocID="{6A91478A-63F1-4CEA-9550-8634059A05A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45813F0-F644-49C0-878D-E99D50353AB2}" type="pres">
      <dgm:prSet presAssocID="{6A91478A-63F1-4CEA-9550-8634059A05AE}" presName="spaceRect" presStyleCnt="0"/>
      <dgm:spPr/>
    </dgm:pt>
    <dgm:pt modelId="{7FA167CC-A245-4CB4-BFF4-4B17D0EB11A9}" type="pres">
      <dgm:prSet presAssocID="{6A91478A-63F1-4CEA-9550-8634059A05AE}" presName="textRect" presStyleLbl="revTx" presStyleIdx="1" presStyleCnt="3">
        <dgm:presLayoutVars>
          <dgm:chMax val="1"/>
          <dgm:chPref val="1"/>
        </dgm:presLayoutVars>
      </dgm:prSet>
      <dgm:spPr/>
    </dgm:pt>
    <dgm:pt modelId="{E5CF6FE8-4470-4B99-8D0A-0E927EFA6EDB}" type="pres">
      <dgm:prSet presAssocID="{2CC21CD5-9F5F-498C-A140-330598B81C2D}" presName="sibTrans" presStyleCnt="0"/>
      <dgm:spPr/>
    </dgm:pt>
    <dgm:pt modelId="{4EDD7349-34CE-4144-AA47-FD598687C323}" type="pres">
      <dgm:prSet presAssocID="{E746A745-8317-4E8A-9DC6-13FC755D1700}" presName="compNode" presStyleCnt="0"/>
      <dgm:spPr/>
    </dgm:pt>
    <dgm:pt modelId="{38045D06-D023-4FE8-8102-3426E09D717E}" type="pres">
      <dgm:prSet presAssocID="{E746A745-8317-4E8A-9DC6-13FC755D17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284DE00-073C-4761-85BD-7BDF76F5E8C4}" type="pres">
      <dgm:prSet presAssocID="{E746A745-8317-4E8A-9DC6-13FC755D1700}" presName="spaceRect" presStyleCnt="0"/>
      <dgm:spPr/>
    </dgm:pt>
    <dgm:pt modelId="{5CAB9F31-8109-4E7F-ACF8-B7463C34B5EB}" type="pres">
      <dgm:prSet presAssocID="{E746A745-8317-4E8A-9DC6-13FC755D170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5C8F145-CC38-4C37-860C-DC39F6562B9A}" srcId="{76994878-09B9-4502-A0A7-01D068128F55}" destId="{6A91478A-63F1-4CEA-9550-8634059A05AE}" srcOrd="1" destOrd="0" parTransId="{90A9995B-C4A4-467F-BABC-1887107E3C91}" sibTransId="{2CC21CD5-9F5F-498C-A140-330598B81C2D}"/>
    <dgm:cxn modelId="{4AE9AC4D-AA49-49C1-A6E0-42B5CB78FFEE}" srcId="{76994878-09B9-4502-A0A7-01D068128F55}" destId="{03899CB1-F1A8-413D-A04C-3BFBE0FFDF8C}" srcOrd="0" destOrd="0" parTransId="{27605BFD-69F1-4309-83D1-46894EEDD6FF}" sibTransId="{991F4579-3ED7-4FBD-B8A6-B34E8581E7EF}"/>
    <dgm:cxn modelId="{FCC16F53-4BD2-48C9-8682-BF1FEDE7EB9F}" type="presOf" srcId="{6A91478A-63F1-4CEA-9550-8634059A05AE}" destId="{7FA167CC-A245-4CB4-BFF4-4B17D0EB11A9}" srcOrd="0" destOrd="0" presId="urn:microsoft.com/office/officeart/2018/2/layout/IconLabelList"/>
    <dgm:cxn modelId="{BBF81771-8406-4B8E-B73C-D2BF29D1A121}" type="presOf" srcId="{03899CB1-F1A8-413D-A04C-3BFBE0FFDF8C}" destId="{A279F7C2-1DFD-4425-9DB1-575C5E67B72A}" srcOrd="0" destOrd="0" presId="urn:microsoft.com/office/officeart/2018/2/layout/IconLabelList"/>
    <dgm:cxn modelId="{6D46588C-389A-44B5-849B-C0D3FB26CF5D}" type="presOf" srcId="{E746A745-8317-4E8A-9DC6-13FC755D1700}" destId="{5CAB9F31-8109-4E7F-ACF8-B7463C34B5EB}" srcOrd="0" destOrd="0" presId="urn:microsoft.com/office/officeart/2018/2/layout/IconLabelList"/>
    <dgm:cxn modelId="{A47A17A4-9188-4F5D-A090-3539C59AFE0A}" type="presOf" srcId="{76994878-09B9-4502-A0A7-01D068128F55}" destId="{044B8693-AD4C-48ED-BF64-FC076DD5F53A}" srcOrd="0" destOrd="0" presId="urn:microsoft.com/office/officeart/2018/2/layout/IconLabelList"/>
    <dgm:cxn modelId="{9FAB6EED-0DDA-41AF-8C56-479513DBE500}" srcId="{76994878-09B9-4502-A0A7-01D068128F55}" destId="{E746A745-8317-4E8A-9DC6-13FC755D1700}" srcOrd="2" destOrd="0" parTransId="{3C33AF66-AC4F-47F1-9940-1473569A52A8}" sibTransId="{E0949817-11A9-4B7A-A71D-F5DE35E77C45}"/>
    <dgm:cxn modelId="{DE5CC53B-E9E1-4A14-A739-B17426E90A00}" type="presParOf" srcId="{044B8693-AD4C-48ED-BF64-FC076DD5F53A}" destId="{629A2705-733B-487E-BA23-CF6837973300}" srcOrd="0" destOrd="0" presId="urn:microsoft.com/office/officeart/2018/2/layout/IconLabelList"/>
    <dgm:cxn modelId="{CC694976-6292-43E3-8743-F4B82E2BA40B}" type="presParOf" srcId="{629A2705-733B-487E-BA23-CF6837973300}" destId="{F4B3215C-C0DD-47DA-9174-0BDE634A44FE}" srcOrd="0" destOrd="0" presId="urn:microsoft.com/office/officeart/2018/2/layout/IconLabelList"/>
    <dgm:cxn modelId="{3137E0D1-605E-4B24-8CBC-B44499F93E60}" type="presParOf" srcId="{629A2705-733B-487E-BA23-CF6837973300}" destId="{4FB6BD14-345F-4849-86F5-856C3BCD8D3D}" srcOrd="1" destOrd="0" presId="urn:microsoft.com/office/officeart/2018/2/layout/IconLabelList"/>
    <dgm:cxn modelId="{05B19DD5-B6BE-4F1C-89D1-A01AA83EB3AF}" type="presParOf" srcId="{629A2705-733B-487E-BA23-CF6837973300}" destId="{A279F7C2-1DFD-4425-9DB1-575C5E67B72A}" srcOrd="2" destOrd="0" presId="urn:microsoft.com/office/officeart/2018/2/layout/IconLabelList"/>
    <dgm:cxn modelId="{CB309CD8-E31C-45BE-98B8-A0BF62CFA45A}" type="presParOf" srcId="{044B8693-AD4C-48ED-BF64-FC076DD5F53A}" destId="{A9B84F9B-126B-4B9D-8774-FA869547D2C2}" srcOrd="1" destOrd="0" presId="urn:microsoft.com/office/officeart/2018/2/layout/IconLabelList"/>
    <dgm:cxn modelId="{611EAF23-B1D7-41D5-8432-96F11F73F57D}" type="presParOf" srcId="{044B8693-AD4C-48ED-BF64-FC076DD5F53A}" destId="{F370A913-BC23-48EE-B5D1-007AB460AEA4}" srcOrd="2" destOrd="0" presId="urn:microsoft.com/office/officeart/2018/2/layout/IconLabelList"/>
    <dgm:cxn modelId="{76AE5C34-42A3-4E86-B373-B892819B0519}" type="presParOf" srcId="{F370A913-BC23-48EE-B5D1-007AB460AEA4}" destId="{A2CEF3D8-75F2-46E4-8BE4-870E75993EC3}" srcOrd="0" destOrd="0" presId="urn:microsoft.com/office/officeart/2018/2/layout/IconLabelList"/>
    <dgm:cxn modelId="{226CBDF8-02AE-4D95-952D-C2A77A1C05FD}" type="presParOf" srcId="{F370A913-BC23-48EE-B5D1-007AB460AEA4}" destId="{045813F0-F644-49C0-878D-E99D50353AB2}" srcOrd="1" destOrd="0" presId="urn:microsoft.com/office/officeart/2018/2/layout/IconLabelList"/>
    <dgm:cxn modelId="{4919EB36-6617-4D25-B411-3C82EE242ED7}" type="presParOf" srcId="{F370A913-BC23-48EE-B5D1-007AB460AEA4}" destId="{7FA167CC-A245-4CB4-BFF4-4B17D0EB11A9}" srcOrd="2" destOrd="0" presId="urn:microsoft.com/office/officeart/2018/2/layout/IconLabelList"/>
    <dgm:cxn modelId="{CD91083D-1281-4026-857A-8BB43F97B501}" type="presParOf" srcId="{044B8693-AD4C-48ED-BF64-FC076DD5F53A}" destId="{E5CF6FE8-4470-4B99-8D0A-0E927EFA6EDB}" srcOrd="3" destOrd="0" presId="urn:microsoft.com/office/officeart/2018/2/layout/IconLabelList"/>
    <dgm:cxn modelId="{6C7A5DA0-3DB9-4B67-B5F3-696C80A19D46}" type="presParOf" srcId="{044B8693-AD4C-48ED-BF64-FC076DD5F53A}" destId="{4EDD7349-34CE-4144-AA47-FD598687C323}" srcOrd="4" destOrd="0" presId="urn:microsoft.com/office/officeart/2018/2/layout/IconLabelList"/>
    <dgm:cxn modelId="{D91E4BA0-702F-4631-AA9D-7DE02D2AAFF8}" type="presParOf" srcId="{4EDD7349-34CE-4144-AA47-FD598687C323}" destId="{38045D06-D023-4FE8-8102-3426E09D717E}" srcOrd="0" destOrd="0" presId="urn:microsoft.com/office/officeart/2018/2/layout/IconLabelList"/>
    <dgm:cxn modelId="{FF879721-3BBC-4570-910C-17C1D8AEA1A3}" type="presParOf" srcId="{4EDD7349-34CE-4144-AA47-FD598687C323}" destId="{2284DE00-073C-4761-85BD-7BDF76F5E8C4}" srcOrd="1" destOrd="0" presId="urn:microsoft.com/office/officeart/2018/2/layout/IconLabelList"/>
    <dgm:cxn modelId="{95AFDF89-332E-4A4B-80C6-F27F6061BD3E}" type="presParOf" srcId="{4EDD7349-34CE-4144-AA47-FD598687C323}" destId="{5CAB9F31-8109-4E7F-ACF8-B7463C34B5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9355B5-2E0D-4C76-9279-B5DD27A2A1D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6759B5-E7A8-4CE4-A631-D1A3638353E1}">
      <dgm:prSet/>
      <dgm:spPr/>
      <dgm:t>
        <a:bodyPr/>
        <a:lstStyle/>
        <a:p>
          <a:r>
            <a:rPr lang="en-US"/>
            <a:t>- SQL Injection: Exploits database query weaknesses</a:t>
          </a:r>
        </a:p>
      </dgm:t>
    </dgm:pt>
    <dgm:pt modelId="{E60864B6-EFB8-4C3D-89D5-ADAF28275089}" type="parTrans" cxnId="{C78D3DC9-4B45-4D65-BEA0-186540F41746}">
      <dgm:prSet/>
      <dgm:spPr/>
      <dgm:t>
        <a:bodyPr/>
        <a:lstStyle/>
        <a:p>
          <a:endParaRPr lang="en-US"/>
        </a:p>
      </dgm:t>
    </dgm:pt>
    <dgm:pt modelId="{170FC21C-EE61-485F-B690-8ECA827ED3F1}" type="sibTrans" cxnId="{C78D3DC9-4B45-4D65-BEA0-186540F41746}">
      <dgm:prSet/>
      <dgm:spPr/>
      <dgm:t>
        <a:bodyPr/>
        <a:lstStyle/>
        <a:p>
          <a:endParaRPr lang="en-US"/>
        </a:p>
      </dgm:t>
    </dgm:pt>
    <dgm:pt modelId="{0B431E2D-1DB7-4EA0-AAD8-48BA0ECAB9EA}">
      <dgm:prSet/>
      <dgm:spPr/>
      <dgm:t>
        <a:bodyPr/>
        <a:lstStyle/>
        <a:p>
          <a:r>
            <a:rPr lang="en-US"/>
            <a:t>- XSS: Injects code into web apps</a:t>
          </a:r>
        </a:p>
      </dgm:t>
    </dgm:pt>
    <dgm:pt modelId="{4962A5D9-675A-4898-8DB8-17A82AD9B2ED}" type="parTrans" cxnId="{FABEED41-9E84-437A-9EB7-276E582AC1C2}">
      <dgm:prSet/>
      <dgm:spPr/>
      <dgm:t>
        <a:bodyPr/>
        <a:lstStyle/>
        <a:p>
          <a:endParaRPr lang="en-US"/>
        </a:p>
      </dgm:t>
    </dgm:pt>
    <dgm:pt modelId="{CA37A2D7-7E36-4D38-8BA0-75ECC78843CC}" type="sibTrans" cxnId="{FABEED41-9E84-437A-9EB7-276E582AC1C2}">
      <dgm:prSet/>
      <dgm:spPr/>
      <dgm:t>
        <a:bodyPr/>
        <a:lstStyle/>
        <a:p>
          <a:endParaRPr lang="en-US"/>
        </a:p>
      </dgm:t>
    </dgm:pt>
    <dgm:pt modelId="{C65D93A3-EBBB-4B75-9DC7-532538D8098D}">
      <dgm:prSet/>
      <dgm:spPr/>
      <dgm:t>
        <a:bodyPr/>
        <a:lstStyle/>
        <a:p>
          <a:r>
            <a:rPr lang="en-US"/>
            <a:t>- Zero-Day: Attacks before patch release</a:t>
          </a:r>
        </a:p>
      </dgm:t>
    </dgm:pt>
    <dgm:pt modelId="{0CA4BD1B-CAF8-47B3-A9DA-8DC1A1CBC0CD}" type="parTrans" cxnId="{66FA61D6-7493-43E4-A51D-72D65F356E16}">
      <dgm:prSet/>
      <dgm:spPr/>
      <dgm:t>
        <a:bodyPr/>
        <a:lstStyle/>
        <a:p>
          <a:endParaRPr lang="en-US"/>
        </a:p>
      </dgm:t>
    </dgm:pt>
    <dgm:pt modelId="{AA3672F0-9F70-450F-BC07-82B8ADA4740C}" type="sibTrans" cxnId="{66FA61D6-7493-43E4-A51D-72D65F356E16}">
      <dgm:prSet/>
      <dgm:spPr/>
      <dgm:t>
        <a:bodyPr/>
        <a:lstStyle/>
        <a:p>
          <a:endParaRPr lang="en-US"/>
        </a:p>
      </dgm:t>
    </dgm:pt>
    <dgm:pt modelId="{8BA78129-0AA9-490C-8967-5D14B93E0C1E}" type="pres">
      <dgm:prSet presAssocID="{109355B5-2E0D-4C76-9279-B5DD27A2A1D1}" presName="root" presStyleCnt="0">
        <dgm:presLayoutVars>
          <dgm:dir/>
          <dgm:resizeHandles val="exact"/>
        </dgm:presLayoutVars>
      </dgm:prSet>
      <dgm:spPr/>
    </dgm:pt>
    <dgm:pt modelId="{61A4D906-0F2C-473C-B13F-8C5212B1AE1B}" type="pres">
      <dgm:prSet presAssocID="{AC6759B5-E7A8-4CE4-A631-D1A3638353E1}" presName="compNode" presStyleCnt="0"/>
      <dgm:spPr/>
    </dgm:pt>
    <dgm:pt modelId="{2DCB097A-87B9-4D13-B1CB-B66F2AEF327F}" type="pres">
      <dgm:prSet presAssocID="{AC6759B5-E7A8-4CE4-A631-D1A3638353E1}" presName="bgRect" presStyleLbl="bgShp" presStyleIdx="0" presStyleCnt="3"/>
      <dgm:spPr/>
    </dgm:pt>
    <dgm:pt modelId="{60F0A5C3-9E6C-4871-AD3F-89003AEF43CD}" type="pres">
      <dgm:prSet presAssocID="{AC6759B5-E7A8-4CE4-A631-D1A3638353E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BA4735-8BD8-4E86-96FA-0AA847C4F223}" type="pres">
      <dgm:prSet presAssocID="{AC6759B5-E7A8-4CE4-A631-D1A3638353E1}" presName="spaceRect" presStyleCnt="0"/>
      <dgm:spPr/>
    </dgm:pt>
    <dgm:pt modelId="{A5DFA63E-C4AF-464E-A0C3-8E55969FD657}" type="pres">
      <dgm:prSet presAssocID="{AC6759B5-E7A8-4CE4-A631-D1A3638353E1}" presName="parTx" presStyleLbl="revTx" presStyleIdx="0" presStyleCnt="3">
        <dgm:presLayoutVars>
          <dgm:chMax val="0"/>
          <dgm:chPref val="0"/>
        </dgm:presLayoutVars>
      </dgm:prSet>
      <dgm:spPr/>
    </dgm:pt>
    <dgm:pt modelId="{A8D69072-EA27-449B-9B9E-548448C30F5A}" type="pres">
      <dgm:prSet presAssocID="{170FC21C-EE61-485F-B690-8ECA827ED3F1}" presName="sibTrans" presStyleCnt="0"/>
      <dgm:spPr/>
    </dgm:pt>
    <dgm:pt modelId="{AB408E5F-F7AB-4F6D-AF7A-304944B28879}" type="pres">
      <dgm:prSet presAssocID="{0B431E2D-1DB7-4EA0-AAD8-48BA0ECAB9EA}" presName="compNode" presStyleCnt="0"/>
      <dgm:spPr/>
    </dgm:pt>
    <dgm:pt modelId="{0DE77351-3A34-443C-AC1F-6F83396789E2}" type="pres">
      <dgm:prSet presAssocID="{0B431E2D-1DB7-4EA0-AAD8-48BA0ECAB9EA}" presName="bgRect" presStyleLbl="bgShp" presStyleIdx="1" presStyleCnt="3"/>
      <dgm:spPr/>
    </dgm:pt>
    <dgm:pt modelId="{381292EE-7720-42CD-99FB-971741C88E1B}" type="pres">
      <dgm:prSet presAssocID="{0B431E2D-1DB7-4EA0-AAD8-48BA0ECAB9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t"/>
        </a:ext>
      </dgm:extLst>
    </dgm:pt>
    <dgm:pt modelId="{139E4339-A788-450F-ACB0-BB7B5A9D4C15}" type="pres">
      <dgm:prSet presAssocID="{0B431E2D-1DB7-4EA0-AAD8-48BA0ECAB9EA}" presName="spaceRect" presStyleCnt="0"/>
      <dgm:spPr/>
    </dgm:pt>
    <dgm:pt modelId="{0FBF4311-6139-4FD2-A5F6-1DEFF39F05E7}" type="pres">
      <dgm:prSet presAssocID="{0B431E2D-1DB7-4EA0-AAD8-48BA0ECAB9EA}" presName="parTx" presStyleLbl="revTx" presStyleIdx="1" presStyleCnt="3">
        <dgm:presLayoutVars>
          <dgm:chMax val="0"/>
          <dgm:chPref val="0"/>
        </dgm:presLayoutVars>
      </dgm:prSet>
      <dgm:spPr/>
    </dgm:pt>
    <dgm:pt modelId="{B09D0C0B-6E07-48D2-B0D8-5DE720CBABBE}" type="pres">
      <dgm:prSet presAssocID="{CA37A2D7-7E36-4D38-8BA0-75ECC78843CC}" presName="sibTrans" presStyleCnt="0"/>
      <dgm:spPr/>
    </dgm:pt>
    <dgm:pt modelId="{F206EC8B-9BE1-44E0-9134-6411CEA83926}" type="pres">
      <dgm:prSet presAssocID="{C65D93A3-EBBB-4B75-9DC7-532538D8098D}" presName="compNode" presStyleCnt="0"/>
      <dgm:spPr/>
    </dgm:pt>
    <dgm:pt modelId="{956E3785-8942-4DD5-BF37-533CC225A9CF}" type="pres">
      <dgm:prSet presAssocID="{C65D93A3-EBBB-4B75-9DC7-532538D8098D}" presName="bgRect" presStyleLbl="bgShp" presStyleIdx="2" presStyleCnt="3"/>
      <dgm:spPr/>
    </dgm:pt>
    <dgm:pt modelId="{E74FE168-F201-47AA-832A-5369B3DD31F3}" type="pres">
      <dgm:prSet presAssocID="{C65D93A3-EBBB-4B75-9DC7-532538D8098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2310BBA6-8A53-4657-A670-75C379C7FBD4}" type="pres">
      <dgm:prSet presAssocID="{C65D93A3-EBBB-4B75-9DC7-532538D8098D}" presName="spaceRect" presStyleCnt="0"/>
      <dgm:spPr/>
    </dgm:pt>
    <dgm:pt modelId="{11F1AD3A-C38F-490D-9657-12625C9752E1}" type="pres">
      <dgm:prSet presAssocID="{C65D93A3-EBBB-4B75-9DC7-532538D8098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7C5EF39-4296-40FF-A24A-B09BC11C022E}" type="presOf" srcId="{0B431E2D-1DB7-4EA0-AAD8-48BA0ECAB9EA}" destId="{0FBF4311-6139-4FD2-A5F6-1DEFF39F05E7}" srcOrd="0" destOrd="0" presId="urn:microsoft.com/office/officeart/2018/2/layout/IconVerticalSolidList"/>
    <dgm:cxn modelId="{FABEED41-9E84-437A-9EB7-276E582AC1C2}" srcId="{109355B5-2E0D-4C76-9279-B5DD27A2A1D1}" destId="{0B431E2D-1DB7-4EA0-AAD8-48BA0ECAB9EA}" srcOrd="1" destOrd="0" parTransId="{4962A5D9-675A-4898-8DB8-17A82AD9B2ED}" sibTransId="{CA37A2D7-7E36-4D38-8BA0-75ECC78843CC}"/>
    <dgm:cxn modelId="{03962F4D-27B2-4580-A634-C4CDE4D7A0F6}" type="presOf" srcId="{C65D93A3-EBBB-4B75-9DC7-532538D8098D}" destId="{11F1AD3A-C38F-490D-9657-12625C9752E1}" srcOrd="0" destOrd="0" presId="urn:microsoft.com/office/officeart/2018/2/layout/IconVerticalSolidList"/>
    <dgm:cxn modelId="{CB0B2170-9ECD-4B17-9771-50ABD9FB60DC}" type="presOf" srcId="{AC6759B5-E7A8-4CE4-A631-D1A3638353E1}" destId="{A5DFA63E-C4AF-464E-A0C3-8E55969FD657}" srcOrd="0" destOrd="0" presId="urn:microsoft.com/office/officeart/2018/2/layout/IconVerticalSolidList"/>
    <dgm:cxn modelId="{C78D3DC9-4B45-4D65-BEA0-186540F41746}" srcId="{109355B5-2E0D-4C76-9279-B5DD27A2A1D1}" destId="{AC6759B5-E7A8-4CE4-A631-D1A3638353E1}" srcOrd="0" destOrd="0" parTransId="{E60864B6-EFB8-4C3D-89D5-ADAF28275089}" sibTransId="{170FC21C-EE61-485F-B690-8ECA827ED3F1}"/>
    <dgm:cxn modelId="{66FA61D6-7493-43E4-A51D-72D65F356E16}" srcId="{109355B5-2E0D-4C76-9279-B5DD27A2A1D1}" destId="{C65D93A3-EBBB-4B75-9DC7-532538D8098D}" srcOrd="2" destOrd="0" parTransId="{0CA4BD1B-CAF8-47B3-A9DA-8DC1A1CBC0CD}" sibTransId="{AA3672F0-9F70-450F-BC07-82B8ADA4740C}"/>
    <dgm:cxn modelId="{5DFF8FE5-E977-43F7-BBE1-EA59C046C0F8}" type="presOf" srcId="{109355B5-2E0D-4C76-9279-B5DD27A2A1D1}" destId="{8BA78129-0AA9-490C-8967-5D14B93E0C1E}" srcOrd="0" destOrd="0" presId="urn:microsoft.com/office/officeart/2018/2/layout/IconVerticalSolidList"/>
    <dgm:cxn modelId="{74FDC962-400B-46CF-8896-86E4C848637E}" type="presParOf" srcId="{8BA78129-0AA9-490C-8967-5D14B93E0C1E}" destId="{61A4D906-0F2C-473C-B13F-8C5212B1AE1B}" srcOrd="0" destOrd="0" presId="urn:microsoft.com/office/officeart/2018/2/layout/IconVerticalSolidList"/>
    <dgm:cxn modelId="{E6FFC1A7-DD75-4DF4-8776-D86425D3CF0D}" type="presParOf" srcId="{61A4D906-0F2C-473C-B13F-8C5212B1AE1B}" destId="{2DCB097A-87B9-4D13-B1CB-B66F2AEF327F}" srcOrd="0" destOrd="0" presId="urn:microsoft.com/office/officeart/2018/2/layout/IconVerticalSolidList"/>
    <dgm:cxn modelId="{F9B93771-5FFE-4397-A03D-72AAC0CB4059}" type="presParOf" srcId="{61A4D906-0F2C-473C-B13F-8C5212B1AE1B}" destId="{60F0A5C3-9E6C-4871-AD3F-89003AEF43CD}" srcOrd="1" destOrd="0" presId="urn:microsoft.com/office/officeart/2018/2/layout/IconVerticalSolidList"/>
    <dgm:cxn modelId="{18779B98-DE1D-4B4A-84EB-CF0878557600}" type="presParOf" srcId="{61A4D906-0F2C-473C-B13F-8C5212B1AE1B}" destId="{68BA4735-8BD8-4E86-96FA-0AA847C4F223}" srcOrd="2" destOrd="0" presId="urn:microsoft.com/office/officeart/2018/2/layout/IconVerticalSolidList"/>
    <dgm:cxn modelId="{C7AE0255-B15F-4C88-AB45-D2081025F056}" type="presParOf" srcId="{61A4D906-0F2C-473C-B13F-8C5212B1AE1B}" destId="{A5DFA63E-C4AF-464E-A0C3-8E55969FD657}" srcOrd="3" destOrd="0" presId="urn:microsoft.com/office/officeart/2018/2/layout/IconVerticalSolidList"/>
    <dgm:cxn modelId="{297358DF-010D-4ED9-8306-3D42F39D333C}" type="presParOf" srcId="{8BA78129-0AA9-490C-8967-5D14B93E0C1E}" destId="{A8D69072-EA27-449B-9B9E-548448C30F5A}" srcOrd="1" destOrd="0" presId="urn:microsoft.com/office/officeart/2018/2/layout/IconVerticalSolidList"/>
    <dgm:cxn modelId="{78F8327A-1AF1-4A93-BE13-B67457E5B44D}" type="presParOf" srcId="{8BA78129-0AA9-490C-8967-5D14B93E0C1E}" destId="{AB408E5F-F7AB-4F6D-AF7A-304944B28879}" srcOrd="2" destOrd="0" presId="urn:microsoft.com/office/officeart/2018/2/layout/IconVerticalSolidList"/>
    <dgm:cxn modelId="{2911A709-ECD6-4545-B4FD-0C0980DD403E}" type="presParOf" srcId="{AB408E5F-F7AB-4F6D-AF7A-304944B28879}" destId="{0DE77351-3A34-443C-AC1F-6F83396789E2}" srcOrd="0" destOrd="0" presId="urn:microsoft.com/office/officeart/2018/2/layout/IconVerticalSolidList"/>
    <dgm:cxn modelId="{CADD205D-B708-426F-B9D6-31F03064A6D8}" type="presParOf" srcId="{AB408E5F-F7AB-4F6D-AF7A-304944B28879}" destId="{381292EE-7720-42CD-99FB-971741C88E1B}" srcOrd="1" destOrd="0" presId="urn:microsoft.com/office/officeart/2018/2/layout/IconVerticalSolidList"/>
    <dgm:cxn modelId="{387570D2-6BF4-4452-87C3-0D96B96A7FC7}" type="presParOf" srcId="{AB408E5F-F7AB-4F6D-AF7A-304944B28879}" destId="{139E4339-A788-450F-ACB0-BB7B5A9D4C15}" srcOrd="2" destOrd="0" presId="urn:microsoft.com/office/officeart/2018/2/layout/IconVerticalSolidList"/>
    <dgm:cxn modelId="{A2C9DA6B-B6A8-4ED1-A5FF-3CB55AD3A556}" type="presParOf" srcId="{AB408E5F-F7AB-4F6D-AF7A-304944B28879}" destId="{0FBF4311-6139-4FD2-A5F6-1DEFF39F05E7}" srcOrd="3" destOrd="0" presId="urn:microsoft.com/office/officeart/2018/2/layout/IconVerticalSolidList"/>
    <dgm:cxn modelId="{6755810C-BFED-4E1D-903D-13BA1326A211}" type="presParOf" srcId="{8BA78129-0AA9-490C-8967-5D14B93E0C1E}" destId="{B09D0C0B-6E07-48D2-B0D8-5DE720CBABBE}" srcOrd="3" destOrd="0" presId="urn:microsoft.com/office/officeart/2018/2/layout/IconVerticalSolidList"/>
    <dgm:cxn modelId="{446001BA-B94E-4A75-A5BE-2EC9C4A35738}" type="presParOf" srcId="{8BA78129-0AA9-490C-8967-5D14B93E0C1E}" destId="{F206EC8B-9BE1-44E0-9134-6411CEA83926}" srcOrd="4" destOrd="0" presId="urn:microsoft.com/office/officeart/2018/2/layout/IconVerticalSolidList"/>
    <dgm:cxn modelId="{5EF8ECAD-3D43-4A74-A20F-94086705DFD4}" type="presParOf" srcId="{F206EC8B-9BE1-44E0-9134-6411CEA83926}" destId="{956E3785-8942-4DD5-BF37-533CC225A9CF}" srcOrd="0" destOrd="0" presId="urn:microsoft.com/office/officeart/2018/2/layout/IconVerticalSolidList"/>
    <dgm:cxn modelId="{E506E231-5B0A-41B7-9E99-AB38D2F5F160}" type="presParOf" srcId="{F206EC8B-9BE1-44E0-9134-6411CEA83926}" destId="{E74FE168-F201-47AA-832A-5369B3DD31F3}" srcOrd="1" destOrd="0" presId="urn:microsoft.com/office/officeart/2018/2/layout/IconVerticalSolidList"/>
    <dgm:cxn modelId="{8127046E-43DF-45E6-B93A-04DAC9202B81}" type="presParOf" srcId="{F206EC8B-9BE1-44E0-9134-6411CEA83926}" destId="{2310BBA6-8A53-4657-A670-75C379C7FBD4}" srcOrd="2" destOrd="0" presId="urn:microsoft.com/office/officeart/2018/2/layout/IconVerticalSolidList"/>
    <dgm:cxn modelId="{529E415A-3848-4263-8DDE-15746BDC7418}" type="presParOf" srcId="{F206EC8B-9BE1-44E0-9134-6411CEA83926}" destId="{11F1AD3A-C38F-490D-9657-12625C9752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3C140A-B51A-4DFB-A671-489A158F2D22}" type="doc">
      <dgm:prSet loTypeId="urn:microsoft.com/office/officeart/2005/8/layout/cycle1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A8DA352-9203-4AD0-AB2E-77563AF917AF}">
      <dgm:prSet/>
      <dgm:spPr/>
      <dgm:t>
        <a:bodyPr/>
        <a:lstStyle/>
        <a:p>
          <a:r>
            <a:rPr lang="en-US"/>
            <a:t>- Redirects to fake sites</a:t>
          </a:r>
        </a:p>
      </dgm:t>
    </dgm:pt>
    <dgm:pt modelId="{A39F15CD-33C3-484D-BCB8-554B72040315}" type="parTrans" cxnId="{3FEB3E6E-55B2-4B07-AFE1-A45A53A13829}">
      <dgm:prSet/>
      <dgm:spPr/>
      <dgm:t>
        <a:bodyPr/>
        <a:lstStyle/>
        <a:p>
          <a:endParaRPr lang="en-US"/>
        </a:p>
      </dgm:t>
    </dgm:pt>
    <dgm:pt modelId="{51F14C89-F206-48F5-943D-B39D4DDE06F6}" type="sibTrans" cxnId="{3FEB3E6E-55B2-4B07-AFE1-A45A53A13829}">
      <dgm:prSet/>
      <dgm:spPr/>
      <dgm:t>
        <a:bodyPr/>
        <a:lstStyle/>
        <a:p>
          <a:endParaRPr lang="en-US"/>
        </a:p>
      </dgm:t>
    </dgm:pt>
    <dgm:pt modelId="{125794CF-5DCB-4598-B518-E37C8B51A3B8}">
      <dgm:prSet/>
      <dgm:spPr/>
      <dgm:t>
        <a:bodyPr/>
        <a:lstStyle/>
        <a:p>
          <a:r>
            <a:rPr lang="en-US"/>
            <a:t>- Steals login info or data</a:t>
          </a:r>
        </a:p>
      </dgm:t>
    </dgm:pt>
    <dgm:pt modelId="{0E401760-0D04-4997-AEB7-FD5546EC2ABB}" type="parTrans" cxnId="{3E017A35-0BD8-4DF2-AD8B-F941ACE3C9A5}">
      <dgm:prSet/>
      <dgm:spPr/>
      <dgm:t>
        <a:bodyPr/>
        <a:lstStyle/>
        <a:p>
          <a:endParaRPr lang="en-US"/>
        </a:p>
      </dgm:t>
    </dgm:pt>
    <dgm:pt modelId="{01370914-07CF-4346-ABBD-19DD7DECE94D}" type="sibTrans" cxnId="{3E017A35-0BD8-4DF2-AD8B-F941ACE3C9A5}">
      <dgm:prSet/>
      <dgm:spPr/>
      <dgm:t>
        <a:bodyPr/>
        <a:lstStyle/>
        <a:p>
          <a:endParaRPr lang="en-US"/>
        </a:p>
      </dgm:t>
    </dgm:pt>
    <dgm:pt modelId="{DE4BFA42-8A45-4C3B-94D5-D119CCED5947}">
      <dgm:prSet/>
      <dgm:spPr/>
      <dgm:t>
        <a:bodyPr/>
        <a:lstStyle/>
        <a:p>
          <a:r>
            <a:rPr lang="en-US"/>
            <a:t>- Hard to detect without tools</a:t>
          </a:r>
        </a:p>
      </dgm:t>
    </dgm:pt>
    <dgm:pt modelId="{0B69C427-9BD6-42A6-92EF-46020EFC92C1}" type="parTrans" cxnId="{68E3C4AD-084A-41BC-B06D-864D44E94A45}">
      <dgm:prSet/>
      <dgm:spPr/>
      <dgm:t>
        <a:bodyPr/>
        <a:lstStyle/>
        <a:p>
          <a:endParaRPr lang="en-US"/>
        </a:p>
      </dgm:t>
    </dgm:pt>
    <dgm:pt modelId="{2F12E32A-2EFC-4C4D-8BF0-4DFB8A8C9D6F}" type="sibTrans" cxnId="{68E3C4AD-084A-41BC-B06D-864D44E94A45}">
      <dgm:prSet/>
      <dgm:spPr/>
      <dgm:t>
        <a:bodyPr/>
        <a:lstStyle/>
        <a:p>
          <a:endParaRPr lang="en-US"/>
        </a:p>
      </dgm:t>
    </dgm:pt>
    <dgm:pt modelId="{7A402291-1C20-8D47-A260-B2DB2E364D9B}" type="pres">
      <dgm:prSet presAssocID="{3D3C140A-B51A-4DFB-A671-489A158F2D22}" presName="cycle" presStyleCnt="0">
        <dgm:presLayoutVars>
          <dgm:dir/>
          <dgm:resizeHandles val="exact"/>
        </dgm:presLayoutVars>
      </dgm:prSet>
      <dgm:spPr/>
    </dgm:pt>
    <dgm:pt modelId="{8395EDCE-3DC8-8247-B2C4-056C4D7FA914}" type="pres">
      <dgm:prSet presAssocID="{3A8DA352-9203-4AD0-AB2E-77563AF917AF}" presName="dummy" presStyleCnt="0"/>
      <dgm:spPr/>
    </dgm:pt>
    <dgm:pt modelId="{733B0838-5D50-4747-A0A8-3A71E7FDF480}" type="pres">
      <dgm:prSet presAssocID="{3A8DA352-9203-4AD0-AB2E-77563AF917AF}" presName="node" presStyleLbl="revTx" presStyleIdx="0" presStyleCnt="3">
        <dgm:presLayoutVars>
          <dgm:bulletEnabled val="1"/>
        </dgm:presLayoutVars>
      </dgm:prSet>
      <dgm:spPr/>
    </dgm:pt>
    <dgm:pt modelId="{D3C8B56E-420B-534F-A6FD-F71D91B90B67}" type="pres">
      <dgm:prSet presAssocID="{51F14C89-F206-48F5-943D-B39D4DDE06F6}" presName="sibTrans" presStyleLbl="node1" presStyleIdx="0" presStyleCnt="3"/>
      <dgm:spPr/>
    </dgm:pt>
    <dgm:pt modelId="{8224BFC5-B06C-DF4E-A7B5-8D6B053190BF}" type="pres">
      <dgm:prSet presAssocID="{125794CF-5DCB-4598-B518-E37C8B51A3B8}" presName="dummy" presStyleCnt="0"/>
      <dgm:spPr/>
    </dgm:pt>
    <dgm:pt modelId="{082AE72F-DE02-B047-8C07-49A8EED94F4F}" type="pres">
      <dgm:prSet presAssocID="{125794CF-5DCB-4598-B518-E37C8B51A3B8}" presName="node" presStyleLbl="revTx" presStyleIdx="1" presStyleCnt="3">
        <dgm:presLayoutVars>
          <dgm:bulletEnabled val="1"/>
        </dgm:presLayoutVars>
      </dgm:prSet>
      <dgm:spPr/>
    </dgm:pt>
    <dgm:pt modelId="{FB23336A-EFC6-8942-B2B1-077D351A5ADD}" type="pres">
      <dgm:prSet presAssocID="{01370914-07CF-4346-ABBD-19DD7DECE94D}" presName="sibTrans" presStyleLbl="node1" presStyleIdx="1" presStyleCnt="3"/>
      <dgm:spPr/>
    </dgm:pt>
    <dgm:pt modelId="{7DF66AB0-ABD8-704E-BFA8-6B3039D116F0}" type="pres">
      <dgm:prSet presAssocID="{DE4BFA42-8A45-4C3B-94D5-D119CCED5947}" presName="dummy" presStyleCnt="0"/>
      <dgm:spPr/>
    </dgm:pt>
    <dgm:pt modelId="{172732B9-B280-1B4F-BF4D-5FE3770C0998}" type="pres">
      <dgm:prSet presAssocID="{DE4BFA42-8A45-4C3B-94D5-D119CCED5947}" presName="node" presStyleLbl="revTx" presStyleIdx="2" presStyleCnt="3">
        <dgm:presLayoutVars>
          <dgm:bulletEnabled val="1"/>
        </dgm:presLayoutVars>
      </dgm:prSet>
      <dgm:spPr/>
    </dgm:pt>
    <dgm:pt modelId="{37BBA2D8-7A1B-4B4E-B8D9-CAD2A928982E}" type="pres">
      <dgm:prSet presAssocID="{2F12E32A-2EFC-4C4D-8BF0-4DFB8A8C9D6F}" presName="sibTrans" presStyleLbl="node1" presStyleIdx="2" presStyleCnt="3"/>
      <dgm:spPr/>
    </dgm:pt>
  </dgm:ptLst>
  <dgm:cxnLst>
    <dgm:cxn modelId="{37A9BC2A-D9AF-5E48-98AB-0DB6275FC236}" type="presOf" srcId="{2F12E32A-2EFC-4C4D-8BF0-4DFB8A8C9D6F}" destId="{37BBA2D8-7A1B-4B4E-B8D9-CAD2A928982E}" srcOrd="0" destOrd="0" presId="urn:microsoft.com/office/officeart/2005/8/layout/cycle1"/>
    <dgm:cxn modelId="{3E147F2E-A46D-1246-843A-451CC200AD4C}" type="presOf" srcId="{3A8DA352-9203-4AD0-AB2E-77563AF917AF}" destId="{733B0838-5D50-4747-A0A8-3A71E7FDF480}" srcOrd="0" destOrd="0" presId="urn:microsoft.com/office/officeart/2005/8/layout/cycle1"/>
    <dgm:cxn modelId="{3E017A35-0BD8-4DF2-AD8B-F941ACE3C9A5}" srcId="{3D3C140A-B51A-4DFB-A671-489A158F2D22}" destId="{125794CF-5DCB-4598-B518-E37C8B51A3B8}" srcOrd="1" destOrd="0" parTransId="{0E401760-0D04-4997-AEB7-FD5546EC2ABB}" sibTransId="{01370914-07CF-4346-ABBD-19DD7DECE94D}"/>
    <dgm:cxn modelId="{0FF36E40-111F-4548-A298-2A9E4FEE81C0}" type="presOf" srcId="{3D3C140A-B51A-4DFB-A671-489A158F2D22}" destId="{7A402291-1C20-8D47-A260-B2DB2E364D9B}" srcOrd="0" destOrd="0" presId="urn:microsoft.com/office/officeart/2005/8/layout/cycle1"/>
    <dgm:cxn modelId="{3FEB3E6E-55B2-4B07-AFE1-A45A53A13829}" srcId="{3D3C140A-B51A-4DFB-A671-489A158F2D22}" destId="{3A8DA352-9203-4AD0-AB2E-77563AF917AF}" srcOrd="0" destOrd="0" parTransId="{A39F15CD-33C3-484D-BCB8-554B72040315}" sibTransId="{51F14C89-F206-48F5-943D-B39D4DDE06F6}"/>
    <dgm:cxn modelId="{C4BC92A3-E6E0-4F45-99CC-E4F00BD773A7}" type="presOf" srcId="{125794CF-5DCB-4598-B518-E37C8B51A3B8}" destId="{082AE72F-DE02-B047-8C07-49A8EED94F4F}" srcOrd="0" destOrd="0" presId="urn:microsoft.com/office/officeart/2005/8/layout/cycle1"/>
    <dgm:cxn modelId="{68E3C4AD-084A-41BC-B06D-864D44E94A45}" srcId="{3D3C140A-B51A-4DFB-A671-489A158F2D22}" destId="{DE4BFA42-8A45-4C3B-94D5-D119CCED5947}" srcOrd="2" destOrd="0" parTransId="{0B69C427-9BD6-42A6-92EF-46020EFC92C1}" sibTransId="{2F12E32A-2EFC-4C4D-8BF0-4DFB8A8C9D6F}"/>
    <dgm:cxn modelId="{32AA03B0-0729-7445-9297-60FED8E2F51C}" type="presOf" srcId="{DE4BFA42-8A45-4C3B-94D5-D119CCED5947}" destId="{172732B9-B280-1B4F-BF4D-5FE3770C0998}" srcOrd="0" destOrd="0" presId="urn:microsoft.com/office/officeart/2005/8/layout/cycle1"/>
    <dgm:cxn modelId="{6792A3B2-64E0-B640-A96F-3EA4765CD656}" type="presOf" srcId="{51F14C89-F206-48F5-943D-B39D4DDE06F6}" destId="{D3C8B56E-420B-534F-A6FD-F71D91B90B67}" srcOrd="0" destOrd="0" presId="urn:microsoft.com/office/officeart/2005/8/layout/cycle1"/>
    <dgm:cxn modelId="{E0536DF1-1993-A948-96D6-456228C8DF5F}" type="presOf" srcId="{01370914-07CF-4346-ABBD-19DD7DECE94D}" destId="{FB23336A-EFC6-8942-B2B1-077D351A5ADD}" srcOrd="0" destOrd="0" presId="urn:microsoft.com/office/officeart/2005/8/layout/cycle1"/>
    <dgm:cxn modelId="{B72519DE-0944-DC4F-8DAD-91EDC9386D66}" type="presParOf" srcId="{7A402291-1C20-8D47-A260-B2DB2E364D9B}" destId="{8395EDCE-3DC8-8247-B2C4-056C4D7FA914}" srcOrd="0" destOrd="0" presId="urn:microsoft.com/office/officeart/2005/8/layout/cycle1"/>
    <dgm:cxn modelId="{891B8CF9-E8D8-C04A-89CF-8330502F6158}" type="presParOf" srcId="{7A402291-1C20-8D47-A260-B2DB2E364D9B}" destId="{733B0838-5D50-4747-A0A8-3A71E7FDF480}" srcOrd="1" destOrd="0" presId="urn:microsoft.com/office/officeart/2005/8/layout/cycle1"/>
    <dgm:cxn modelId="{54504644-593C-6848-8BD2-9CDA22FD7780}" type="presParOf" srcId="{7A402291-1C20-8D47-A260-B2DB2E364D9B}" destId="{D3C8B56E-420B-534F-A6FD-F71D91B90B67}" srcOrd="2" destOrd="0" presId="urn:microsoft.com/office/officeart/2005/8/layout/cycle1"/>
    <dgm:cxn modelId="{7EAC1599-0E23-BE4E-9FEF-79FCDBCB1D31}" type="presParOf" srcId="{7A402291-1C20-8D47-A260-B2DB2E364D9B}" destId="{8224BFC5-B06C-DF4E-A7B5-8D6B053190BF}" srcOrd="3" destOrd="0" presId="urn:microsoft.com/office/officeart/2005/8/layout/cycle1"/>
    <dgm:cxn modelId="{12669BCF-016D-054B-80AB-0A525C25649C}" type="presParOf" srcId="{7A402291-1C20-8D47-A260-B2DB2E364D9B}" destId="{082AE72F-DE02-B047-8C07-49A8EED94F4F}" srcOrd="4" destOrd="0" presId="urn:microsoft.com/office/officeart/2005/8/layout/cycle1"/>
    <dgm:cxn modelId="{D1295467-16F6-E44E-919C-A4374B9B1CAA}" type="presParOf" srcId="{7A402291-1C20-8D47-A260-B2DB2E364D9B}" destId="{FB23336A-EFC6-8942-B2B1-077D351A5ADD}" srcOrd="5" destOrd="0" presId="urn:microsoft.com/office/officeart/2005/8/layout/cycle1"/>
    <dgm:cxn modelId="{95073394-EF33-AB43-8881-8BF0946AB719}" type="presParOf" srcId="{7A402291-1C20-8D47-A260-B2DB2E364D9B}" destId="{7DF66AB0-ABD8-704E-BFA8-6B3039D116F0}" srcOrd="6" destOrd="0" presId="urn:microsoft.com/office/officeart/2005/8/layout/cycle1"/>
    <dgm:cxn modelId="{B3AB6E78-22D7-2445-8EE5-18BA3974D726}" type="presParOf" srcId="{7A402291-1C20-8D47-A260-B2DB2E364D9B}" destId="{172732B9-B280-1B4F-BF4D-5FE3770C0998}" srcOrd="7" destOrd="0" presId="urn:microsoft.com/office/officeart/2005/8/layout/cycle1"/>
    <dgm:cxn modelId="{400AA12B-EA47-DD48-84DB-399E9961C8A0}" type="presParOf" srcId="{7A402291-1C20-8D47-A260-B2DB2E364D9B}" destId="{37BBA2D8-7A1B-4B4E-B8D9-CAD2A928982E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C6FD0D-1E5D-4AEA-ADBE-BF9507F0EB6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B1A9B35-5FC2-4FA5-844D-1A83D1F7F278}">
      <dgm:prSet/>
      <dgm:spPr/>
      <dgm:t>
        <a:bodyPr/>
        <a:lstStyle/>
        <a:p>
          <a:r>
            <a:rPr lang="en-US"/>
            <a:t>- Tricks people into giving up access</a:t>
          </a:r>
        </a:p>
      </dgm:t>
    </dgm:pt>
    <dgm:pt modelId="{025CB9B9-E80A-4A5D-A960-C220C3C08D06}" type="parTrans" cxnId="{422A7A7C-8CBC-4D22-AF7E-78B6E9060D42}">
      <dgm:prSet/>
      <dgm:spPr/>
      <dgm:t>
        <a:bodyPr/>
        <a:lstStyle/>
        <a:p>
          <a:endParaRPr lang="en-US"/>
        </a:p>
      </dgm:t>
    </dgm:pt>
    <dgm:pt modelId="{7F113994-1851-4A4A-8515-4EA2FB5257A5}" type="sibTrans" cxnId="{422A7A7C-8CBC-4D22-AF7E-78B6E9060D42}">
      <dgm:prSet/>
      <dgm:spPr/>
      <dgm:t>
        <a:bodyPr/>
        <a:lstStyle/>
        <a:p>
          <a:endParaRPr lang="en-US"/>
        </a:p>
      </dgm:t>
    </dgm:pt>
    <dgm:pt modelId="{F3D8040C-CA00-4FC8-A7B0-275057AF49AD}">
      <dgm:prSet/>
      <dgm:spPr/>
      <dgm:t>
        <a:bodyPr/>
        <a:lstStyle/>
        <a:p>
          <a:r>
            <a:rPr lang="en-US"/>
            <a:t>- Examples: Fake IT support, boss emails, scams</a:t>
          </a:r>
        </a:p>
      </dgm:t>
    </dgm:pt>
    <dgm:pt modelId="{E76088A2-F79A-4F35-BAE6-DABAAA349832}" type="parTrans" cxnId="{9E52AACD-58C8-4B21-925C-6AA08029791A}">
      <dgm:prSet/>
      <dgm:spPr/>
      <dgm:t>
        <a:bodyPr/>
        <a:lstStyle/>
        <a:p>
          <a:endParaRPr lang="en-US"/>
        </a:p>
      </dgm:t>
    </dgm:pt>
    <dgm:pt modelId="{A4D82B49-A3EA-4AC0-BEE3-9B776D1E6A9F}" type="sibTrans" cxnId="{9E52AACD-58C8-4B21-925C-6AA08029791A}">
      <dgm:prSet/>
      <dgm:spPr/>
      <dgm:t>
        <a:bodyPr/>
        <a:lstStyle/>
        <a:p>
          <a:endParaRPr lang="en-US"/>
        </a:p>
      </dgm:t>
    </dgm:pt>
    <dgm:pt modelId="{E2078C48-3430-184D-888A-C2E4DAD7D19B}" type="pres">
      <dgm:prSet presAssocID="{34C6FD0D-1E5D-4AEA-ADBE-BF9507F0EB69}" presName="diagram" presStyleCnt="0">
        <dgm:presLayoutVars>
          <dgm:dir/>
          <dgm:resizeHandles val="exact"/>
        </dgm:presLayoutVars>
      </dgm:prSet>
      <dgm:spPr/>
    </dgm:pt>
    <dgm:pt modelId="{82C8273B-1438-A146-8D33-B06BAA5C45B1}" type="pres">
      <dgm:prSet presAssocID="{4B1A9B35-5FC2-4FA5-844D-1A83D1F7F278}" presName="node" presStyleLbl="node1" presStyleIdx="0" presStyleCnt="2">
        <dgm:presLayoutVars>
          <dgm:bulletEnabled val="1"/>
        </dgm:presLayoutVars>
      </dgm:prSet>
      <dgm:spPr/>
    </dgm:pt>
    <dgm:pt modelId="{3734943C-104D-354D-83FD-208F891D51DE}" type="pres">
      <dgm:prSet presAssocID="{7F113994-1851-4A4A-8515-4EA2FB5257A5}" presName="sibTrans" presStyleCnt="0"/>
      <dgm:spPr/>
    </dgm:pt>
    <dgm:pt modelId="{ACBF8729-D3F0-A54D-B2BD-F8BC91D15726}" type="pres">
      <dgm:prSet presAssocID="{F3D8040C-CA00-4FC8-A7B0-275057AF49AD}" presName="node" presStyleLbl="node1" presStyleIdx="1" presStyleCnt="2">
        <dgm:presLayoutVars>
          <dgm:bulletEnabled val="1"/>
        </dgm:presLayoutVars>
      </dgm:prSet>
      <dgm:spPr/>
    </dgm:pt>
  </dgm:ptLst>
  <dgm:cxnLst>
    <dgm:cxn modelId="{422A7A7C-8CBC-4D22-AF7E-78B6E9060D42}" srcId="{34C6FD0D-1E5D-4AEA-ADBE-BF9507F0EB69}" destId="{4B1A9B35-5FC2-4FA5-844D-1A83D1F7F278}" srcOrd="0" destOrd="0" parTransId="{025CB9B9-E80A-4A5D-A960-C220C3C08D06}" sibTransId="{7F113994-1851-4A4A-8515-4EA2FB5257A5}"/>
    <dgm:cxn modelId="{3D0FB697-9A1A-844B-ADE6-C1652DF597B3}" type="presOf" srcId="{4B1A9B35-5FC2-4FA5-844D-1A83D1F7F278}" destId="{82C8273B-1438-A146-8D33-B06BAA5C45B1}" srcOrd="0" destOrd="0" presId="urn:microsoft.com/office/officeart/2005/8/layout/default"/>
    <dgm:cxn modelId="{DDFF43CD-673E-7C4B-B512-3A957DACB215}" type="presOf" srcId="{34C6FD0D-1E5D-4AEA-ADBE-BF9507F0EB69}" destId="{E2078C48-3430-184D-888A-C2E4DAD7D19B}" srcOrd="0" destOrd="0" presId="urn:microsoft.com/office/officeart/2005/8/layout/default"/>
    <dgm:cxn modelId="{9E52AACD-58C8-4B21-925C-6AA08029791A}" srcId="{34C6FD0D-1E5D-4AEA-ADBE-BF9507F0EB69}" destId="{F3D8040C-CA00-4FC8-A7B0-275057AF49AD}" srcOrd="1" destOrd="0" parTransId="{E76088A2-F79A-4F35-BAE6-DABAAA349832}" sibTransId="{A4D82B49-A3EA-4AC0-BEE3-9B776D1E6A9F}"/>
    <dgm:cxn modelId="{8E2932DE-1246-D745-8F71-AA0F73D8A57F}" type="presOf" srcId="{F3D8040C-CA00-4FC8-A7B0-275057AF49AD}" destId="{ACBF8729-D3F0-A54D-B2BD-F8BC91D15726}" srcOrd="0" destOrd="0" presId="urn:microsoft.com/office/officeart/2005/8/layout/default"/>
    <dgm:cxn modelId="{39620CE0-9BBB-0D41-940B-19D2531494CB}" type="presParOf" srcId="{E2078C48-3430-184D-888A-C2E4DAD7D19B}" destId="{82C8273B-1438-A146-8D33-B06BAA5C45B1}" srcOrd="0" destOrd="0" presId="urn:microsoft.com/office/officeart/2005/8/layout/default"/>
    <dgm:cxn modelId="{49CC6EB0-F126-1D4B-A306-7B6E37DB7605}" type="presParOf" srcId="{E2078C48-3430-184D-888A-C2E4DAD7D19B}" destId="{3734943C-104D-354D-83FD-208F891D51DE}" srcOrd="1" destOrd="0" presId="urn:microsoft.com/office/officeart/2005/8/layout/default"/>
    <dgm:cxn modelId="{ECF26905-6D8E-F341-8CA0-9DEF5289F331}" type="presParOf" srcId="{E2078C48-3430-184D-888A-C2E4DAD7D19B}" destId="{ACBF8729-D3F0-A54D-B2BD-F8BC91D1572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2A47D5-DE5D-4C85-9A78-D3B44A03D0F4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99757DC-F2F2-4ACB-81DF-14E38C44C2AE}">
      <dgm:prSet/>
      <dgm:spPr/>
      <dgm:t>
        <a:bodyPr/>
        <a:lstStyle/>
        <a:p>
          <a:r>
            <a:rPr lang="en-US"/>
            <a:t>- Identity theft</a:t>
          </a:r>
        </a:p>
      </dgm:t>
    </dgm:pt>
    <dgm:pt modelId="{3435DA3C-D519-4178-8947-0502482530FC}" type="parTrans" cxnId="{482AAE5B-A33D-4E0F-BDCE-995FC436FCD3}">
      <dgm:prSet/>
      <dgm:spPr/>
      <dgm:t>
        <a:bodyPr/>
        <a:lstStyle/>
        <a:p>
          <a:endParaRPr lang="en-US"/>
        </a:p>
      </dgm:t>
    </dgm:pt>
    <dgm:pt modelId="{0E1BB3F4-90FB-408F-B79C-341C19CF0EA9}" type="sibTrans" cxnId="{482AAE5B-A33D-4E0F-BDCE-995FC436FCD3}">
      <dgm:prSet/>
      <dgm:spPr/>
      <dgm:t>
        <a:bodyPr/>
        <a:lstStyle/>
        <a:p>
          <a:endParaRPr lang="en-US"/>
        </a:p>
      </dgm:t>
    </dgm:pt>
    <dgm:pt modelId="{95F39317-B3B5-4CF5-8D53-AE274D4FBCF4}">
      <dgm:prSet/>
      <dgm:spPr/>
      <dgm:t>
        <a:bodyPr/>
        <a:lstStyle/>
        <a:p>
          <a:r>
            <a:rPr lang="en-US"/>
            <a:t>- Credit card scams</a:t>
          </a:r>
        </a:p>
      </dgm:t>
    </dgm:pt>
    <dgm:pt modelId="{7C57EBBD-33C8-43DE-B78F-12780C39612E}" type="parTrans" cxnId="{3242C757-FCBC-4174-8503-063C86375033}">
      <dgm:prSet/>
      <dgm:spPr/>
      <dgm:t>
        <a:bodyPr/>
        <a:lstStyle/>
        <a:p>
          <a:endParaRPr lang="en-US"/>
        </a:p>
      </dgm:t>
    </dgm:pt>
    <dgm:pt modelId="{5248B6E9-8489-44E0-B94C-CFF9B5041610}" type="sibTrans" cxnId="{3242C757-FCBC-4174-8503-063C86375033}">
      <dgm:prSet/>
      <dgm:spPr/>
      <dgm:t>
        <a:bodyPr/>
        <a:lstStyle/>
        <a:p>
          <a:endParaRPr lang="en-US"/>
        </a:p>
      </dgm:t>
    </dgm:pt>
    <dgm:pt modelId="{34ECB73F-FFA4-4D64-839B-01A1D6BF4D87}">
      <dgm:prSet/>
      <dgm:spPr/>
      <dgm:t>
        <a:bodyPr/>
        <a:lstStyle/>
        <a:p>
          <a:r>
            <a:rPr lang="en-US"/>
            <a:t>- Business email compromise</a:t>
          </a:r>
        </a:p>
      </dgm:t>
    </dgm:pt>
    <dgm:pt modelId="{929DB5B2-B32E-4A3B-8FE7-A5D2F8478457}" type="parTrans" cxnId="{B39AE8C8-4495-40CA-A5BA-7A5CABC259F3}">
      <dgm:prSet/>
      <dgm:spPr/>
      <dgm:t>
        <a:bodyPr/>
        <a:lstStyle/>
        <a:p>
          <a:endParaRPr lang="en-US"/>
        </a:p>
      </dgm:t>
    </dgm:pt>
    <dgm:pt modelId="{F8B95EAB-6DF6-4702-9CC5-D8A54C701108}" type="sibTrans" cxnId="{B39AE8C8-4495-40CA-A5BA-7A5CABC259F3}">
      <dgm:prSet/>
      <dgm:spPr/>
      <dgm:t>
        <a:bodyPr/>
        <a:lstStyle/>
        <a:p>
          <a:endParaRPr lang="en-US"/>
        </a:p>
      </dgm:t>
    </dgm:pt>
    <dgm:pt modelId="{A93AB7AF-A6E4-4C4D-8193-4922A52C313B}">
      <dgm:prSet/>
      <dgm:spPr/>
      <dgm:t>
        <a:bodyPr/>
        <a:lstStyle/>
        <a:p>
          <a:r>
            <a:rPr lang="en-US"/>
            <a:t>- Online banking &amp; crypto fraud</a:t>
          </a:r>
        </a:p>
      </dgm:t>
    </dgm:pt>
    <dgm:pt modelId="{204D8123-A3BF-4186-BB3D-86F998468569}" type="parTrans" cxnId="{66495B5C-DEDE-4B91-9123-E254A636C87D}">
      <dgm:prSet/>
      <dgm:spPr/>
      <dgm:t>
        <a:bodyPr/>
        <a:lstStyle/>
        <a:p>
          <a:endParaRPr lang="en-US"/>
        </a:p>
      </dgm:t>
    </dgm:pt>
    <dgm:pt modelId="{6A4434C3-7333-40A3-83F9-1C66DB43F0FE}" type="sibTrans" cxnId="{66495B5C-DEDE-4B91-9123-E254A636C87D}">
      <dgm:prSet/>
      <dgm:spPr/>
      <dgm:t>
        <a:bodyPr/>
        <a:lstStyle/>
        <a:p>
          <a:endParaRPr lang="en-US"/>
        </a:p>
      </dgm:t>
    </dgm:pt>
    <dgm:pt modelId="{42116B07-57D5-4B48-A35D-C6F76F411270}" type="pres">
      <dgm:prSet presAssocID="{D82A47D5-DE5D-4C85-9A78-D3B44A03D0F4}" presName="matrix" presStyleCnt="0">
        <dgm:presLayoutVars>
          <dgm:chMax val="1"/>
          <dgm:dir/>
          <dgm:resizeHandles val="exact"/>
        </dgm:presLayoutVars>
      </dgm:prSet>
      <dgm:spPr/>
    </dgm:pt>
    <dgm:pt modelId="{F1895B73-9FAF-D544-A3F5-F3A64486FE64}" type="pres">
      <dgm:prSet presAssocID="{D82A47D5-DE5D-4C85-9A78-D3B44A03D0F4}" presName="diamond" presStyleLbl="bgShp" presStyleIdx="0" presStyleCnt="1"/>
      <dgm:spPr/>
    </dgm:pt>
    <dgm:pt modelId="{370702CA-95EF-EA45-B43B-98168638D1E9}" type="pres">
      <dgm:prSet presAssocID="{D82A47D5-DE5D-4C85-9A78-D3B44A03D0F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5DA1758-FCA6-0F47-A6D9-AF1BE013DC0C}" type="pres">
      <dgm:prSet presAssocID="{D82A47D5-DE5D-4C85-9A78-D3B44A03D0F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62F44FF-0BE8-E443-B950-1069DA7F891E}" type="pres">
      <dgm:prSet presAssocID="{D82A47D5-DE5D-4C85-9A78-D3B44A03D0F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1A2F5E0-EE05-564C-8730-40A4E26FA8D5}" type="pres">
      <dgm:prSet presAssocID="{D82A47D5-DE5D-4C85-9A78-D3B44A03D0F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D7B040A-C2E7-0E4C-8CA4-7DF44ADC4B71}" type="presOf" srcId="{399757DC-F2F2-4ACB-81DF-14E38C44C2AE}" destId="{370702CA-95EF-EA45-B43B-98168638D1E9}" srcOrd="0" destOrd="0" presId="urn:microsoft.com/office/officeart/2005/8/layout/matrix3"/>
    <dgm:cxn modelId="{BCF16E2A-81D5-2643-8D37-D87C53DCF5D9}" type="presOf" srcId="{95F39317-B3B5-4CF5-8D53-AE274D4FBCF4}" destId="{C5DA1758-FCA6-0F47-A6D9-AF1BE013DC0C}" srcOrd="0" destOrd="0" presId="urn:microsoft.com/office/officeart/2005/8/layout/matrix3"/>
    <dgm:cxn modelId="{3242C757-FCBC-4174-8503-063C86375033}" srcId="{D82A47D5-DE5D-4C85-9A78-D3B44A03D0F4}" destId="{95F39317-B3B5-4CF5-8D53-AE274D4FBCF4}" srcOrd="1" destOrd="0" parTransId="{7C57EBBD-33C8-43DE-B78F-12780C39612E}" sibTransId="{5248B6E9-8489-44E0-B94C-CFF9B5041610}"/>
    <dgm:cxn modelId="{482AAE5B-A33D-4E0F-BDCE-995FC436FCD3}" srcId="{D82A47D5-DE5D-4C85-9A78-D3B44A03D0F4}" destId="{399757DC-F2F2-4ACB-81DF-14E38C44C2AE}" srcOrd="0" destOrd="0" parTransId="{3435DA3C-D519-4178-8947-0502482530FC}" sibTransId="{0E1BB3F4-90FB-408F-B79C-341C19CF0EA9}"/>
    <dgm:cxn modelId="{66495B5C-DEDE-4B91-9123-E254A636C87D}" srcId="{D82A47D5-DE5D-4C85-9A78-D3B44A03D0F4}" destId="{A93AB7AF-A6E4-4C4D-8193-4922A52C313B}" srcOrd="3" destOrd="0" parTransId="{204D8123-A3BF-4186-BB3D-86F998468569}" sibTransId="{6A4434C3-7333-40A3-83F9-1C66DB43F0FE}"/>
    <dgm:cxn modelId="{9B780378-05D7-4249-A2E6-597F2EA2263F}" type="presOf" srcId="{A93AB7AF-A6E4-4C4D-8193-4922A52C313B}" destId="{B1A2F5E0-EE05-564C-8730-40A4E26FA8D5}" srcOrd="0" destOrd="0" presId="urn:microsoft.com/office/officeart/2005/8/layout/matrix3"/>
    <dgm:cxn modelId="{360B3AAD-2A29-AA49-A76E-23C648FF8684}" type="presOf" srcId="{D82A47D5-DE5D-4C85-9A78-D3B44A03D0F4}" destId="{42116B07-57D5-4B48-A35D-C6F76F411270}" srcOrd="0" destOrd="0" presId="urn:microsoft.com/office/officeart/2005/8/layout/matrix3"/>
    <dgm:cxn modelId="{B39AE8C8-4495-40CA-A5BA-7A5CABC259F3}" srcId="{D82A47D5-DE5D-4C85-9A78-D3B44A03D0F4}" destId="{34ECB73F-FFA4-4D64-839B-01A1D6BF4D87}" srcOrd="2" destOrd="0" parTransId="{929DB5B2-B32E-4A3B-8FE7-A5D2F8478457}" sibTransId="{F8B95EAB-6DF6-4702-9CC5-D8A54C701108}"/>
    <dgm:cxn modelId="{E8360BEF-A2DF-5542-8827-01514D4865B2}" type="presOf" srcId="{34ECB73F-FFA4-4D64-839B-01A1D6BF4D87}" destId="{062F44FF-0BE8-E443-B950-1069DA7F891E}" srcOrd="0" destOrd="0" presId="urn:microsoft.com/office/officeart/2005/8/layout/matrix3"/>
    <dgm:cxn modelId="{351468AB-2ECA-D445-A829-FDFE28C94BAE}" type="presParOf" srcId="{42116B07-57D5-4B48-A35D-C6F76F411270}" destId="{F1895B73-9FAF-D544-A3F5-F3A64486FE64}" srcOrd="0" destOrd="0" presId="urn:microsoft.com/office/officeart/2005/8/layout/matrix3"/>
    <dgm:cxn modelId="{C3B153BA-FEFA-DB49-B35D-FAEF7D0F7731}" type="presParOf" srcId="{42116B07-57D5-4B48-A35D-C6F76F411270}" destId="{370702CA-95EF-EA45-B43B-98168638D1E9}" srcOrd="1" destOrd="0" presId="urn:microsoft.com/office/officeart/2005/8/layout/matrix3"/>
    <dgm:cxn modelId="{F2CB3616-AEFC-7D49-A55D-EDDCCDBF3204}" type="presParOf" srcId="{42116B07-57D5-4B48-A35D-C6F76F411270}" destId="{C5DA1758-FCA6-0F47-A6D9-AF1BE013DC0C}" srcOrd="2" destOrd="0" presId="urn:microsoft.com/office/officeart/2005/8/layout/matrix3"/>
    <dgm:cxn modelId="{1191FE21-126B-5B42-8A98-7008ECC5786E}" type="presParOf" srcId="{42116B07-57D5-4B48-A35D-C6F76F411270}" destId="{062F44FF-0BE8-E443-B950-1069DA7F891E}" srcOrd="3" destOrd="0" presId="urn:microsoft.com/office/officeart/2005/8/layout/matrix3"/>
    <dgm:cxn modelId="{EE576808-6A30-4844-BF4A-BAB95749B20A}" type="presParOf" srcId="{42116B07-57D5-4B48-A35D-C6F76F411270}" destId="{B1A2F5E0-EE05-564C-8730-40A4E26FA8D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67F296-F94B-41B4-9348-34F909D6923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868E724-008F-4C90-AFAB-3A3B6D012B11}">
      <dgm:prSet/>
      <dgm:spPr/>
      <dgm:t>
        <a:bodyPr/>
        <a:lstStyle/>
        <a:p>
          <a:r>
            <a:rPr lang="en-US"/>
            <a:t>- Use strong passwords</a:t>
          </a:r>
        </a:p>
      </dgm:t>
    </dgm:pt>
    <dgm:pt modelId="{C09CB0CF-85AF-463B-9BFF-0725F8AFC141}" type="parTrans" cxnId="{C944BECC-E18A-48BA-BC82-09177B4AD883}">
      <dgm:prSet/>
      <dgm:spPr/>
      <dgm:t>
        <a:bodyPr/>
        <a:lstStyle/>
        <a:p>
          <a:endParaRPr lang="en-US"/>
        </a:p>
      </dgm:t>
    </dgm:pt>
    <dgm:pt modelId="{F8BB2330-9D23-412B-BC03-168F94C13414}" type="sibTrans" cxnId="{C944BECC-E18A-48BA-BC82-09177B4AD883}">
      <dgm:prSet/>
      <dgm:spPr/>
      <dgm:t>
        <a:bodyPr/>
        <a:lstStyle/>
        <a:p>
          <a:endParaRPr lang="en-US"/>
        </a:p>
      </dgm:t>
    </dgm:pt>
    <dgm:pt modelId="{575F0301-A256-4C2A-91C1-5C0CEC36A36F}">
      <dgm:prSet/>
      <dgm:spPr/>
      <dgm:t>
        <a:bodyPr/>
        <a:lstStyle/>
        <a:p>
          <a:r>
            <a:rPr lang="en-US"/>
            <a:t>- Enable MFA</a:t>
          </a:r>
        </a:p>
      </dgm:t>
    </dgm:pt>
    <dgm:pt modelId="{2E32350A-54B8-4FBB-A5EB-6CDC36E3E5A7}" type="parTrans" cxnId="{5354A1AB-8B44-42C9-B2E1-85D8767591C8}">
      <dgm:prSet/>
      <dgm:spPr/>
      <dgm:t>
        <a:bodyPr/>
        <a:lstStyle/>
        <a:p>
          <a:endParaRPr lang="en-US"/>
        </a:p>
      </dgm:t>
    </dgm:pt>
    <dgm:pt modelId="{13201AB9-8264-426B-97E3-798BF3D83A66}" type="sibTrans" cxnId="{5354A1AB-8B44-42C9-B2E1-85D8767591C8}">
      <dgm:prSet/>
      <dgm:spPr/>
      <dgm:t>
        <a:bodyPr/>
        <a:lstStyle/>
        <a:p>
          <a:endParaRPr lang="en-US"/>
        </a:p>
      </dgm:t>
    </dgm:pt>
    <dgm:pt modelId="{68B57766-105C-402A-8E00-3D7587979946}">
      <dgm:prSet/>
      <dgm:spPr/>
      <dgm:t>
        <a:bodyPr/>
        <a:lstStyle/>
        <a:p>
          <a:r>
            <a:rPr lang="en-US"/>
            <a:t>- Avoid suspicious links</a:t>
          </a:r>
        </a:p>
      </dgm:t>
    </dgm:pt>
    <dgm:pt modelId="{5E3B546D-D588-40F3-BE5F-05DBF822B5A1}" type="parTrans" cxnId="{72B3ED2B-18EE-4574-8827-CDD8512C2704}">
      <dgm:prSet/>
      <dgm:spPr/>
      <dgm:t>
        <a:bodyPr/>
        <a:lstStyle/>
        <a:p>
          <a:endParaRPr lang="en-US"/>
        </a:p>
      </dgm:t>
    </dgm:pt>
    <dgm:pt modelId="{1BCF75FF-D7A9-4016-AE6F-7A62B77F7220}" type="sibTrans" cxnId="{72B3ED2B-18EE-4574-8827-CDD8512C2704}">
      <dgm:prSet/>
      <dgm:spPr/>
      <dgm:t>
        <a:bodyPr/>
        <a:lstStyle/>
        <a:p>
          <a:endParaRPr lang="en-US"/>
        </a:p>
      </dgm:t>
    </dgm:pt>
    <dgm:pt modelId="{12987A37-38B2-4CAB-A55C-9A24B256EF64}">
      <dgm:prSet/>
      <dgm:spPr/>
      <dgm:t>
        <a:bodyPr/>
        <a:lstStyle/>
        <a:p>
          <a:r>
            <a:rPr lang="en-US"/>
            <a:t>- Keep software updated</a:t>
          </a:r>
        </a:p>
      </dgm:t>
    </dgm:pt>
    <dgm:pt modelId="{8B4DD340-74F9-457C-9ED3-BE5E5F2C4FFC}" type="parTrans" cxnId="{950A5AF7-D967-42A5-BEEE-0FF96FBF20B8}">
      <dgm:prSet/>
      <dgm:spPr/>
      <dgm:t>
        <a:bodyPr/>
        <a:lstStyle/>
        <a:p>
          <a:endParaRPr lang="en-US"/>
        </a:p>
      </dgm:t>
    </dgm:pt>
    <dgm:pt modelId="{6EBE71A2-4453-46A6-A27D-4FEAF5DA6B5E}" type="sibTrans" cxnId="{950A5AF7-D967-42A5-BEEE-0FF96FBF20B8}">
      <dgm:prSet/>
      <dgm:spPr/>
      <dgm:t>
        <a:bodyPr/>
        <a:lstStyle/>
        <a:p>
          <a:endParaRPr lang="en-US"/>
        </a:p>
      </dgm:t>
    </dgm:pt>
    <dgm:pt modelId="{EF48F069-5C9B-481E-8233-3D84FA43F56F}">
      <dgm:prSet/>
      <dgm:spPr/>
      <dgm:t>
        <a:bodyPr/>
        <a:lstStyle/>
        <a:p>
          <a:r>
            <a:rPr lang="en-US"/>
            <a:t>- Use antivirus/firewall</a:t>
          </a:r>
        </a:p>
      </dgm:t>
    </dgm:pt>
    <dgm:pt modelId="{2BDD3F0B-DED7-4928-891F-69FC255C6865}" type="parTrans" cxnId="{4B1C28F8-C7A6-4A2E-81AD-86E2CD7C73C2}">
      <dgm:prSet/>
      <dgm:spPr/>
      <dgm:t>
        <a:bodyPr/>
        <a:lstStyle/>
        <a:p>
          <a:endParaRPr lang="en-US"/>
        </a:p>
      </dgm:t>
    </dgm:pt>
    <dgm:pt modelId="{A5C37D85-ED56-475C-B538-A541E1991174}" type="sibTrans" cxnId="{4B1C28F8-C7A6-4A2E-81AD-86E2CD7C73C2}">
      <dgm:prSet/>
      <dgm:spPr/>
      <dgm:t>
        <a:bodyPr/>
        <a:lstStyle/>
        <a:p>
          <a:endParaRPr lang="en-US"/>
        </a:p>
      </dgm:t>
    </dgm:pt>
    <dgm:pt modelId="{E9E7BBEE-4A6B-48CD-9238-AA36A0259224}" type="pres">
      <dgm:prSet presAssocID="{9D67F296-F94B-41B4-9348-34F909D6923B}" presName="root" presStyleCnt="0">
        <dgm:presLayoutVars>
          <dgm:dir/>
          <dgm:resizeHandles val="exact"/>
        </dgm:presLayoutVars>
      </dgm:prSet>
      <dgm:spPr/>
    </dgm:pt>
    <dgm:pt modelId="{B956F0C8-4DEC-41D5-89A1-F0BCFFDC4471}" type="pres">
      <dgm:prSet presAssocID="{9D67F296-F94B-41B4-9348-34F909D6923B}" presName="container" presStyleCnt="0">
        <dgm:presLayoutVars>
          <dgm:dir/>
          <dgm:resizeHandles val="exact"/>
        </dgm:presLayoutVars>
      </dgm:prSet>
      <dgm:spPr/>
    </dgm:pt>
    <dgm:pt modelId="{4F378565-809B-411A-B946-09B912BC65C2}" type="pres">
      <dgm:prSet presAssocID="{F868E724-008F-4C90-AFAB-3A3B6D012B11}" presName="compNode" presStyleCnt="0"/>
      <dgm:spPr/>
    </dgm:pt>
    <dgm:pt modelId="{C125E8BC-C439-4A3E-876C-EA29547E8DE7}" type="pres">
      <dgm:prSet presAssocID="{F868E724-008F-4C90-AFAB-3A3B6D012B11}" presName="iconBgRect" presStyleLbl="bgShp" presStyleIdx="0" presStyleCnt="5"/>
      <dgm:spPr/>
    </dgm:pt>
    <dgm:pt modelId="{69F09CDA-74ED-43D7-A6FE-E4D9042E4CA5}" type="pres">
      <dgm:prSet presAssocID="{F868E724-008F-4C90-AFAB-3A3B6D012B1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14724DB-42BA-450A-8C64-F78A8F0604F3}" type="pres">
      <dgm:prSet presAssocID="{F868E724-008F-4C90-AFAB-3A3B6D012B11}" presName="spaceRect" presStyleCnt="0"/>
      <dgm:spPr/>
    </dgm:pt>
    <dgm:pt modelId="{ECD0EB28-B7A3-42D5-8CEA-D8B241E235D5}" type="pres">
      <dgm:prSet presAssocID="{F868E724-008F-4C90-AFAB-3A3B6D012B11}" presName="textRect" presStyleLbl="revTx" presStyleIdx="0" presStyleCnt="5">
        <dgm:presLayoutVars>
          <dgm:chMax val="1"/>
          <dgm:chPref val="1"/>
        </dgm:presLayoutVars>
      </dgm:prSet>
      <dgm:spPr/>
    </dgm:pt>
    <dgm:pt modelId="{EC877F3D-F006-427E-A75E-77033F5589BE}" type="pres">
      <dgm:prSet presAssocID="{F8BB2330-9D23-412B-BC03-168F94C13414}" presName="sibTrans" presStyleLbl="sibTrans2D1" presStyleIdx="0" presStyleCnt="0"/>
      <dgm:spPr/>
    </dgm:pt>
    <dgm:pt modelId="{6D8D7F77-19BC-4F22-B31B-B017AEF75410}" type="pres">
      <dgm:prSet presAssocID="{575F0301-A256-4C2A-91C1-5C0CEC36A36F}" presName="compNode" presStyleCnt="0"/>
      <dgm:spPr/>
    </dgm:pt>
    <dgm:pt modelId="{785DB917-6229-4286-9488-FF1DBA2A2F5B}" type="pres">
      <dgm:prSet presAssocID="{575F0301-A256-4C2A-91C1-5C0CEC36A36F}" presName="iconBgRect" presStyleLbl="bgShp" presStyleIdx="1" presStyleCnt="5"/>
      <dgm:spPr/>
    </dgm:pt>
    <dgm:pt modelId="{F3538F25-DD93-4041-A65A-8D4FC469790E}" type="pres">
      <dgm:prSet presAssocID="{575F0301-A256-4C2A-91C1-5C0CEC36A36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035675DB-701D-4567-95EB-1C8B6BD61A30}" type="pres">
      <dgm:prSet presAssocID="{575F0301-A256-4C2A-91C1-5C0CEC36A36F}" presName="spaceRect" presStyleCnt="0"/>
      <dgm:spPr/>
    </dgm:pt>
    <dgm:pt modelId="{DA2D74F9-C16B-4EB9-A955-9D8485837B75}" type="pres">
      <dgm:prSet presAssocID="{575F0301-A256-4C2A-91C1-5C0CEC36A36F}" presName="textRect" presStyleLbl="revTx" presStyleIdx="1" presStyleCnt="5">
        <dgm:presLayoutVars>
          <dgm:chMax val="1"/>
          <dgm:chPref val="1"/>
        </dgm:presLayoutVars>
      </dgm:prSet>
      <dgm:spPr/>
    </dgm:pt>
    <dgm:pt modelId="{61CB8D89-A94A-419D-8754-BADEE200B4AC}" type="pres">
      <dgm:prSet presAssocID="{13201AB9-8264-426B-97E3-798BF3D83A66}" presName="sibTrans" presStyleLbl="sibTrans2D1" presStyleIdx="0" presStyleCnt="0"/>
      <dgm:spPr/>
    </dgm:pt>
    <dgm:pt modelId="{806FC790-B0C2-4B33-94FF-4366C407F7B1}" type="pres">
      <dgm:prSet presAssocID="{68B57766-105C-402A-8E00-3D7587979946}" presName="compNode" presStyleCnt="0"/>
      <dgm:spPr/>
    </dgm:pt>
    <dgm:pt modelId="{1BF4E100-D64C-4503-A88F-123E26A6484C}" type="pres">
      <dgm:prSet presAssocID="{68B57766-105C-402A-8E00-3D7587979946}" presName="iconBgRect" presStyleLbl="bgShp" presStyleIdx="2" presStyleCnt="5"/>
      <dgm:spPr/>
    </dgm:pt>
    <dgm:pt modelId="{B3DDAA62-C05D-4DE4-8C91-0FD8F7ECC488}" type="pres">
      <dgm:prSet presAssocID="{68B57766-105C-402A-8E00-3D758797994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2F989EC9-B28A-43CF-9220-A053E1B38269}" type="pres">
      <dgm:prSet presAssocID="{68B57766-105C-402A-8E00-3D7587979946}" presName="spaceRect" presStyleCnt="0"/>
      <dgm:spPr/>
    </dgm:pt>
    <dgm:pt modelId="{BDD4D5FA-D941-4A79-B5C6-E42A1DA2B078}" type="pres">
      <dgm:prSet presAssocID="{68B57766-105C-402A-8E00-3D7587979946}" presName="textRect" presStyleLbl="revTx" presStyleIdx="2" presStyleCnt="5">
        <dgm:presLayoutVars>
          <dgm:chMax val="1"/>
          <dgm:chPref val="1"/>
        </dgm:presLayoutVars>
      </dgm:prSet>
      <dgm:spPr/>
    </dgm:pt>
    <dgm:pt modelId="{96BFA678-FF20-4FF3-8709-4DEE57A30D6B}" type="pres">
      <dgm:prSet presAssocID="{1BCF75FF-D7A9-4016-AE6F-7A62B77F7220}" presName="sibTrans" presStyleLbl="sibTrans2D1" presStyleIdx="0" presStyleCnt="0"/>
      <dgm:spPr/>
    </dgm:pt>
    <dgm:pt modelId="{3135D188-0E5D-4B03-8D11-F985DE096182}" type="pres">
      <dgm:prSet presAssocID="{12987A37-38B2-4CAB-A55C-9A24B256EF64}" presName="compNode" presStyleCnt="0"/>
      <dgm:spPr/>
    </dgm:pt>
    <dgm:pt modelId="{CCA7790C-1708-4B53-A712-CEFBE0133FDC}" type="pres">
      <dgm:prSet presAssocID="{12987A37-38B2-4CAB-A55C-9A24B256EF64}" presName="iconBgRect" presStyleLbl="bgShp" presStyleIdx="3" presStyleCnt="5"/>
      <dgm:spPr/>
    </dgm:pt>
    <dgm:pt modelId="{705825D6-5BF8-4D04-81A8-A4146DB9CFCE}" type="pres">
      <dgm:prSet presAssocID="{12987A37-38B2-4CAB-A55C-9A24B256EF6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CCC5144-F8C2-4788-8316-B84431D73560}" type="pres">
      <dgm:prSet presAssocID="{12987A37-38B2-4CAB-A55C-9A24B256EF64}" presName="spaceRect" presStyleCnt="0"/>
      <dgm:spPr/>
    </dgm:pt>
    <dgm:pt modelId="{1C8D4F82-B6F0-4E66-A011-25D78E1C1770}" type="pres">
      <dgm:prSet presAssocID="{12987A37-38B2-4CAB-A55C-9A24B256EF64}" presName="textRect" presStyleLbl="revTx" presStyleIdx="3" presStyleCnt="5">
        <dgm:presLayoutVars>
          <dgm:chMax val="1"/>
          <dgm:chPref val="1"/>
        </dgm:presLayoutVars>
      </dgm:prSet>
      <dgm:spPr/>
    </dgm:pt>
    <dgm:pt modelId="{0F280A48-791E-4004-84C4-9FC38BABB0EA}" type="pres">
      <dgm:prSet presAssocID="{6EBE71A2-4453-46A6-A27D-4FEAF5DA6B5E}" presName="sibTrans" presStyleLbl="sibTrans2D1" presStyleIdx="0" presStyleCnt="0"/>
      <dgm:spPr/>
    </dgm:pt>
    <dgm:pt modelId="{2F15E114-AE34-42C6-9EAB-C65A4747744B}" type="pres">
      <dgm:prSet presAssocID="{EF48F069-5C9B-481E-8233-3D84FA43F56F}" presName="compNode" presStyleCnt="0"/>
      <dgm:spPr/>
    </dgm:pt>
    <dgm:pt modelId="{049A12A2-B345-4298-B671-9375E682062C}" type="pres">
      <dgm:prSet presAssocID="{EF48F069-5C9B-481E-8233-3D84FA43F56F}" presName="iconBgRect" presStyleLbl="bgShp" presStyleIdx="4" presStyleCnt="5"/>
      <dgm:spPr/>
    </dgm:pt>
    <dgm:pt modelId="{0CB17233-0043-497F-8DAD-2C5E2165F5F5}" type="pres">
      <dgm:prSet presAssocID="{EF48F069-5C9B-481E-8233-3D84FA43F56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7D19214-4261-4DFA-B7F0-C8FFBB5A6143}" type="pres">
      <dgm:prSet presAssocID="{EF48F069-5C9B-481E-8233-3D84FA43F56F}" presName="spaceRect" presStyleCnt="0"/>
      <dgm:spPr/>
    </dgm:pt>
    <dgm:pt modelId="{0A687EF2-45FF-485F-8F4C-16D8DF26B299}" type="pres">
      <dgm:prSet presAssocID="{EF48F069-5C9B-481E-8233-3D84FA43F56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586220E-B025-4F84-B326-0D229017C52A}" type="presOf" srcId="{1BCF75FF-D7A9-4016-AE6F-7A62B77F7220}" destId="{96BFA678-FF20-4FF3-8709-4DEE57A30D6B}" srcOrd="0" destOrd="0" presId="urn:microsoft.com/office/officeart/2018/2/layout/IconCircleList"/>
    <dgm:cxn modelId="{134EF80E-6D38-4216-BB9F-6F8D5340D778}" type="presOf" srcId="{68B57766-105C-402A-8E00-3D7587979946}" destId="{BDD4D5FA-D941-4A79-B5C6-E42A1DA2B078}" srcOrd="0" destOrd="0" presId="urn:microsoft.com/office/officeart/2018/2/layout/IconCircleList"/>
    <dgm:cxn modelId="{72B3ED2B-18EE-4574-8827-CDD8512C2704}" srcId="{9D67F296-F94B-41B4-9348-34F909D6923B}" destId="{68B57766-105C-402A-8E00-3D7587979946}" srcOrd="2" destOrd="0" parTransId="{5E3B546D-D588-40F3-BE5F-05DBF822B5A1}" sibTransId="{1BCF75FF-D7A9-4016-AE6F-7A62B77F7220}"/>
    <dgm:cxn modelId="{D2B2A32F-4995-4B88-9154-BA614C1F4A9F}" type="presOf" srcId="{13201AB9-8264-426B-97E3-798BF3D83A66}" destId="{61CB8D89-A94A-419D-8754-BADEE200B4AC}" srcOrd="0" destOrd="0" presId="urn:microsoft.com/office/officeart/2018/2/layout/IconCircleList"/>
    <dgm:cxn modelId="{26481D31-1CDE-491F-9C44-6BC3FBCBBEDB}" type="presOf" srcId="{EF48F069-5C9B-481E-8233-3D84FA43F56F}" destId="{0A687EF2-45FF-485F-8F4C-16D8DF26B299}" srcOrd="0" destOrd="0" presId="urn:microsoft.com/office/officeart/2018/2/layout/IconCircleList"/>
    <dgm:cxn modelId="{538C1F7A-F154-408B-9969-4099D8B81E43}" type="presOf" srcId="{12987A37-38B2-4CAB-A55C-9A24B256EF64}" destId="{1C8D4F82-B6F0-4E66-A011-25D78E1C1770}" srcOrd="0" destOrd="0" presId="urn:microsoft.com/office/officeart/2018/2/layout/IconCircleList"/>
    <dgm:cxn modelId="{AE2DB08E-7708-415C-A6BB-C6822546F774}" type="presOf" srcId="{575F0301-A256-4C2A-91C1-5C0CEC36A36F}" destId="{DA2D74F9-C16B-4EB9-A955-9D8485837B75}" srcOrd="0" destOrd="0" presId="urn:microsoft.com/office/officeart/2018/2/layout/IconCircleList"/>
    <dgm:cxn modelId="{895375A5-B735-4D3A-B3FA-C62F87C6B4BE}" type="presOf" srcId="{9D67F296-F94B-41B4-9348-34F909D6923B}" destId="{E9E7BBEE-4A6B-48CD-9238-AA36A0259224}" srcOrd="0" destOrd="0" presId="urn:microsoft.com/office/officeart/2018/2/layout/IconCircleList"/>
    <dgm:cxn modelId="{8C9734A8-B865-4A52-A3DE-FDD644B3D6CE}" type="presOf" srcId="{F8BB2330-9D23-412B-BC03-168F94C13414}" destId="{EC877F3D-F006-427E-A75E-77033F5589BE}" srcOrd="0" destOrd="0" presId="urn:microsoft.com/office/officeart/2018/2/layout/IconCircleList"/>
    <dgm:cxn modelId="{5354A1AB-8B44-42C9-B2E1-85D8767591C8}" srcId="{9D67F296-F94B-41B4-9348-34F909D6923B}" destId="{575F0301-A256-4C2A-91C1-5C0CEC36A36F}" srcOrd="1" destOrd="0" parTransId="{2E32350A-54B8-4FBB-A5EB-6CDC36E3E5A7}" sibTransId="{13201AB9-8264-426B-97E3-798BF3D83A66}"/>
    <dgm:cxn modelId="{81F886AE-869C-4AED-AC7E-46B2252F8403}" type="presOf" srcId="{F868E724-008F-4C90-AFAB-3A3B6D012B11}" destId="{ECD0EB28-B7A3-42D5-8CEA-D8B241E235D5}" srcOrd="0" destOrd="0" presId="urn:microsoft.com/office/officeart/2018/2/layout/IconCircleList"/>
    <dgm:cxn modelId="{C944BECC-E18A-48BA-BC82-09177B4AD883}" srcId="{9D67F296-F94B-41B4-9348-34F909D6923B}" destId="{F868E724-008F-4C90-AFAB-3A3B6D012B11}" srcOrd="0" destOrd="0" parTransId="{C09CB0CF-85AF-463B-9BFF-0725F8AFC141}" sibTransId="{F8BB2330-9D23-412B-BC03-168F94C13414}"/>
    <dgm:cxn modelId="{375AFCF5-416A-4AC5-AE9F-1CA7FF6EB891}" type="presOf" srcId="{6EBE71A2-4453-46A6-A27D-4FEAF5DA6B5E}" destId="{0F280A48-791E-4004-84C4-9FC38BABB0EA}" srcOrd="0" destOrd="0" presId="urn:microsoft.com/office/officeart/2018/2/layout/IconCircleList"/>
    <dgm:cxn modelId="{950A5AF7-D967-42A5-BEEE-0FF96FBF20B8}" srcId="{9D67F296-F94B-41B4-9348-34F909D6923B}" destId="{12987A37-38B2-4CAB-A55C-9A24B256EF64}" srcOrd="3" destOrd="0" parTransId="{8B4DD340-74F9-457C-9ED3-BE5E5F2C4FFC}" sibTransId="{6EBE71A2-4453-46A6-A27D-4FEAF5DA6B5E}"/>
    <dgm:cxn modelId="{4B1C28F8-C7A6-4A2E-81AD-86E2CD7C73C2}" srcId="{9D67F296-F94B-41B4-9348-34F909D6923B}" destId="{EF48F069-5C9B-481E-8233-3D84FA43F56F}" srcOrd="4" destOrd="0" parTransId="{2BDD3F0B-DED7-4928-891F-69FC255C6865}" sibTransId="{A5C37D85-ED56-475C-B538-A541E1991174}"/>
    <dgm:cxn modelId="{265E1F8C-C2EA-4D45-9A28-EFCE6200232B}" type="presParOf" srcId="{E9E7BBEE-4A6B-48CD-9238-AA36A0259224}" destId="{B956F0C8-4DEC-41D5-89A1-F0BCFFDC4471}" srcOrd="0" destOrd="0" presId="urn:microsoft.com/office/officeart/2018/2/layout/IconCircleList"/>
    <dgm:cxn modelId="{024B34C7-A495-470B-BEB6-7C4418AD43A0}" type="presParOf" srcId="{B956F0C8-4DEC-41D5-89A1-F0BCFFDC4471}" destId="{4F378565-809B-411A-B946-09B912BC65C2}" srcOrd="0" destOrd="0" presId="urn:microsoft.com/office/officeart/2018/2/layout/IconCircleList"/>
    <dgm:cxn modelId="{D57CE2DD-994F-4C21-9439-0F0849D24233}" type="presParOf" srcId="{4F378565-809B-411A-B946-09B912BC65C2}" destId="{C125E8BC-C439-4A3E-876C-EA29547E8DE7}" srcOrd="0" destOrd="0" presId="urn:microsoft.com/office/officeart/2018/2/layout/IconCircleList"/>
    <dgm:cxn modelId="{1AF56BD9-A9C6-4F15-AAAB-89055879F892}" type="presParOf" srcId="{4F378565-809B-411A-B946-09B912BC65C2}" destId="{69F09CDA-74ED-43D7-A6FE-E4D9042E4CA5}" srcOrd="1" destOrd="0" presId="urn:microsoft.com/office/officeart/2018/2/layout/IconCircleList"/>
    <dgm:cxn modelId="{4F6B0CDA-4992-4E03-8C54-F53BCE9FDF98}" type="presParOf" srcId="{4F378565-809B-411A-B946-09B912BC65C2}" destId="{714724DB-42BA-450A-8C64-F78A8F0604F3}" srcOrd="2" destOrd="0" presId="urn:microsoft.com/office/officeart/2018/2/layout/IconCircleList"/>
    <dgm:cxn modelId="{BD1DCE97-3AFD-4352-A8DE-76BD09C90528}" type="presParOf" srcId="{4F378565-809B-411A-B946-09B912BC65C2}" destId="{ECD0EB28-B7A3-42D5-8CEA-D8B241E235D5}" srcOrd="3" destOrd="0" presId="urn:microsoft.com/office/officeart/2018/2/layout/IconCircleList"/>
    <dgm:cxn modelId="{5B9AC691-3FBF-44FD-99D4-A82879AE2C45}" type="presParOf" srcId="{B956F0C8-4DEC-41D5-89A1-F0BCFFDC4471}" destId="{EC877F3D-F006-427E-A75E-77033F5589BE}" srcOrd="1" destOrd="0" presId="urn:microsoft.com/office/officeart/2018/2/layout/IconCircleList"/>
    <dgm:cxn modelId="{AC3EF018-B3AB-4F42-BBA6-9804B11D4CB3}" type="presParOf" srcId="{B956F0C8-4DEC-41D5-89A1-F0BCFFDC4471}" destId="{6D8D7F77-19BC-4F22-B31B-B017AEF75410}" srcOrd="2" destOrd="0" presId="urn:microsoft.com/office/officeart/2018/2/layout/IconCircleList"/>
    <dgm:cxn modelId="{4952F781-1E4E-4781-9272-82BB2F831FA7}" type="presParOf" srcId="{6D8D7F77-19BC-4F22-B31B-B017AEF75410}" destId="{785DB917-6229-4286-9488-FF1DBA2A2F5B}" srcOrd="0" destOrd="0" presId="urn:microsoft.com/office/officeart/2018/2/layout/IconCircleList"/>
    <dgm:cxn modelId="{56D35AF4-4CE1-4FB7-B879-41BF7A35C0C0}" type="presParOf" srcId="{6D8D7F77-19BC-4F22-B31B-B017AEF75410}" destId="{F3538F25-DD93-4041-A65A-8D4FC469790E}" srcOrd="1" destOrd="0" presId="urn:microsoft.com/office/officeart/2018/2/layout/IconCircleList"/>
    <dgm:cxn modelId="{1BBD82CA-7C7E-428D-9B25-B6D7FEDE6D2E}" type="presParOf" srcId="{6D8D7F77-19BC-4F22-B31B-B017AEF75410}" destId="{035675DB-701D-4567-95EB-1C8B6BD61A30}" srcOrd="2" destOrd="0" presId="urn:microsoft.com/office/officeart/2018/2/layout/IconCircleList"/>
    <dgm:cxn modelId="{C9122DB1-3808-4BBA-B626-6CAF5FEC37DD}" type="presParOf" srcId="{6D8D7F77-19BC-4F22-B31B-B017AEF75410}" destId="{DA2D74F9-C16B-4EB9-A955-9D8485837B75}" srcOrd="3" destOrd="0" presId="urn:microsoft.com/office/officeart/2018/2/layout/IconCircleList"/>
    <dgm:cxn modelId="{63792AF6-C148-4F01-981C-EF00349AB4DB}" type="presParOf" srcId="{B956F0C8-4DEC-41D5-89A1-F0BCFFDC4471}" destId="{61CB8D89-A94A-419D-8754-BADEE200B4AC}" srcOrd="3" destOrd="0" presId="urn:microsoft.com/office/officeart/2018/2/layout/IconCircleList"/>
    <dgm:cxn modelId="{5F66ADAF-AD78-4215-8CC0-06A565F2A615}" type="presParOf" srcId="{B956F0C8-4DEC-41D5-89A1-F0BCFFDC4471}" destId="{806FC790-B0C2-4B33-94FF-4366C407F7B1}" srcOrd="4" destOrd="0" presId="urn:microsoft.com/office/officeart/2018/2/layout/IconCircleList"/>
    <dgm:cxn modelId="{D7339406-614F-458F-BD83-CF7E7B4C9C74}" type="presParOf" srcId="{806FC790-B0C2-4B33-94FF-4366C407F7B1}" destId="{1BF4E100-D64C-4503-A88F-123E26A6484C}" srcOrd="0" destOrd="0" presId="urn:microsoft.com/office/officeart/2018/2/layout/IconCircleList"/>
    <dgm:cxn modelId="{D88AB25F-986A-4404-B51C-C38704334395}" type="presParOf" srcId="{806FC790-B0C2-4B33-94FF-4366C407F7B1}" destId="{B3DDAA62-C05D-4DE4-8C91-0FD8F7ECC488}" srcOrd="1" destOrd="0" presId="urn:microsoft.com/office/officeart/2018/2/layout/IconCircleList"/>
    <dgm:cxn modelId="{D8EF61D3-3A48-4123-9006-F030BED551E7}" type="presParOf" srcId="{806FC790-B0C2-4B33-94FF-4366C407F7B1}" destId="{2F989EC9-B28A-43CF-9220-A053E1B38269}" srcOrd="2" destOrd="0" presId="urn:microsoft.com/office/officeart/2018/2/layout/IconCircleList"/>
    <dgm:cxn modelId="{9BE0D3B5-657B-49CD-A833-ECE85156D761}" type="presParOf" srcId="{806FC790-B0C2-4B33-94FF-4366C407F7B1}" destId="{BDD4D5FA-D941-4A79-B5C6-E42A1DA2B078}" srcOrd="3" destOrd="0" presId="urn:microsoft.com/office/officeart/2018/2/layout/IconCircleList"/>
    <dgm:cxn modelId="{98FAF2AC-6E83-48AB-8875-DA89CE9FA60C}" type="presParOf" srcId="{B956F0C8-4DEC-41D5-89A1-F0BCFFDC4471}" destId="{96BFA678-FF20-4FF3-8709-4DEE57A30D6B}" srcOrd="5" destOrd="0" presId="urn:microsoft.com/office/officeart/2018/2/layout/IconCircleList"/>
    <dgm:cxn modelId="{2BF22448-0E57-4615-87DE-8456AAB203A9}" type="presParOf" srcId="{B956F0C8-4DEC-41D5-89A1-F0BCFFDC4471}" destId="{3135D188-0E5D-4B03-8D11-F985DE096182}" srcOrd="6" destOrd="0" presId="urn:microsoft.com/office/officeart/2018/2/layout/IconCircleList"/>
    <dgm:cxn modelId="{C2356AA7-126A-4A6C-AB06-1DEA1B134206}" type="presParOf" srcId="{3135D188-0E5D-4B03-8D11-F985DE096182}" destId="{CCA7790C-1708-4B53-A712-CEFBE0133FDC}" srcOrd="0" destOrd="0" presId="urn:microsoft.com/office/officeart/2018/2/layout/IconCircleList"/>
    <dgm:cxn modelId="{F45801B0-6223-4662-A023-EB64A7C65F2F}" type="presParOf" srcId="{3135D188-0E5D-4B03-8D11-F985DE096182}" destId="{705825D6-5BF8-4D04-81A8-A4146DB9CFCE}" srcOrd="1" destOrd="0" presId="urn:microsoft.com/office/officeart/2018/2/layout/IconCircleList"/>
    <dgm:cxn modelId="{B0166BEB-5895-4CF5-9B1C-86D2281432A6}" type="presParOf" srcId="{3135D188-0E5D-4B03-8D11-F985DE096182}" destId="{1CCC5144-F8C2-4788-8316-B84431D73560}" srcOrd="2" destOrd="0" presId="urn:microsoft.com/office/officeart/2018/2/layout/IconCircleList"/>
    <dgm:cxn modelId="{F4A00C77-D84C-4669-AB83-3390E86DB13F}" type="presParOf" srcId="{3135D188-0E5D-4B03-8D11-F985DE096182}" destId="{1C8D4F82-B6F0-4E66-A011-25D78E1C1770}" srcOrd="3" destOrd="0" presId="urn:microsoft.com/office/officeart/2018/2/layout/IconCircleList"/>
    <dgm:cxn modelId="{984D4D3D-44C4-4E31-B994-6003E84C1007}" type="presParOf" srcId="{B956F0C8-4DEC-41D5-89A1-F0BCFFDC4471}" destId="{0F280A48-791E-4004-84C4-9FC38BABB0EA}" srcOrd="7" destOrd="0" presId="urn:microsoft.com/office/officeart/2018/2/layout/IconCircleList"/>
    <dgm:cxn modelId="{65E34BA4-20D4-4DB5-AFA5-E31ADE48CA41}" type="presParOf" srcId="{B956F0C8-4DEC-41D5-89A1-F0BCFFDC4471}" destId="{2F15E114-AE34-42C6-9EAB-C65A4747744B}" srcOrd="8" destOrd="0" presId="urn:microsoft.com/office/officeart/2018/2/layout/IconCircleList"/>
    <dgm:cxn modelId="{549740E1-5CDF-4A53-BFA4-66BB518E47AE}" type="presParOf" srcId="{2F15E114-AE34-42C6-9EAB-C65A4747744B}" destId="{049A12A2-B345-4298-B671-9375E682062C}" srcOrd="0" destOrd="0" presId="urn:microsoft.com/office/officeart/2018/2/layout/IconCircleList"/>
    <dgm:cxn modelId="{7BC5D1EA-196B-4895-87EE-E457A846C440}" type="presParOf" srcId="{2F15E114-AE34-42C6-9EAB-C65A4747744B}" destId="{0CB17233-0043-497F-8DAD-2C5E2165F5F5}" srcOrd="1" destOrd="0" presId="urn:microsoft.com/office/officeart/2018/2/layout/IconCircleList"/>
    <dgm:cxn modelId="{54E719F7-D951-4792-AE7B-39DA803F22FA}" type="presParOf" srcId="{2F15E114-AE34-42C6-9EAB-C65A4747744B}" destId="{E7D19214-4261-4DFA-B7F0-C8FFBB5A6143}" srcOrd="2" destOrd="0" presId="urn:microsoft.com/office/officeart/2018/2/layout/IconCircleList"/>
    <dgm:cxn modelId="{4E0467CF-F32E-4910-91DF-B005319ABD50}" type="presParOf" srcId="{2F15E114-AE34-42C6-9EAB-C65A4747744B}" destId="{0A687EF2-45FF-485F-8F4C-16D8DF26B29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716911-C4C7-4DA9-BBEB-A99D9E4FE78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BCDC335-9798-4137-A801-693D99D9E1CF}">
      <dgm:prSet/>
      <dgm:spPr/>
      <dgm:t>
        <a:bodyPr/>
        <a:lstStyle/>
        <a:p>
          <a:r>
            <a:rPr lang="en-US"/>
            <a:t>- Covers data breaches, ransomware, legal costs</a:t>
          </a:r>
        </a:p>
      </dgm:t>
    </dgm:pt>
    <dgm:pt modelId="{6B1CB7B8-D04C-43F5-A043-2553ACC18465}" type="parTrans" cxnId="{4BF0EA83-96C3-4D4B-8368-523CF06DCFE5}">
      <dgm:prSet/>
      <dgm:spPr/>
      <dgm:t>
        <a:bodyPr/>
        <a:lstStyle/>
        <a:p>
          <a:endParaRPr lang="en-US"/>
        </a:p>
      </dgm:t>
    </dgm:pt>
    <dgm:pt modelId="{AFA522D2-CF3D-4A65-98D5-1A217396120A}" type="sibTrans" cxnId="{4BF0EA83-96C3-4D4B-8368-523CF06DCFE5}">
      <dgm:prSet/>
      <dgm:spPr/>
      <dgm:t>
        <a:bodyPr/>
        <a:lstStyle/>
        <a:p>
          <a:endParaRPr lang="en-US"/>
        </a:p>
      </dgm:t>
    </dgm:pt>
    <dgm:pt modelId="{8A18FD65-FE14-4F20-9C98-5B226E49DB49}">
      <dgm:prSet/>
      <dgm:spPr/>
      <dgm:t>
        <a:bodyPr/>
        <a:lstStyle/>
        <a:p>
          <a:r>
            <a:rPr lang="en-US"/>
            <a:t>- Helps recover from financial losses</a:t>
          </a:r>
        </a:p>
      </dgm:t>
    </dgm:pt>
    <dgm:pt modelId="{767EFD0D-CF4F-4FE1-BE34-36A38FDE2B93}" type="parTrans" cxnId="{20AF141F-57FC-4FE6-91C8-1D996EBED8B2}">
      <dgm:prSet/>
      <dgm:spPr/>
      <dgm:t>
        <a:bodyPr/>
        <a:lstStyle/>
        <a:p>
          <a:endParaRPr lang="en-US"/>
        </a:p>
      </dgm:t>
    </dgm:pt>
    <dgm:pt modelId="{B2BE405D-BA0A-4193-9ED6-398ED7536366}" type="sibTrans" cxnId="{20AF141F-57FC-4FE6-91C8-1D996EBED8B2}">
      <dgm:prSet/>
      <dgm:spPr/>
      <dgm:t>
        <a:bodyPr/>
        <a:lstStyle/>
        <a:p>
          <a:endParaRPr lang="en-US"/>
        </a:p>
      </dgm:t>
    </dgm:pt>
    <dgm:pt modelId="{1C49F5AB-B42D-4986-B900-C0C599DC93CE}">
      <dgm:prSet/>
      <dgm:spPr/>
      <dgm:t>
        <a:bodyPr/>
        <a:lstStyle/>
        <a:p>
          <a:r>
            <a:rPr lang="en-US"/>
            <a:t>- Important for all businesses</a:t>
          </a:r>
        </a:p>
      </dgm:t>
    </dgm:pt>
    <dgm:pt modelId="{C04ED738-51B9-4AAC-8F8E-EF385B81BBB0}" type="parTrans" cxnId="{E441DAA9-24BD-491C-A6C9-C0CC5DEB0C93}">
      <dgm:prSet/>
      <dgm:spPr/>
      <dgm:t>
        <a:bodyPr/>
        <a:lstStyle/>
        <a:p>
          <a:endParaRPr lang="en-US"/>
        </a:p>
      </dgm:t>
    </dgm:pt>
    <dgm:pt modelId="{812D32D8-52FA-4E5E-BE4B-EA1E9556D56C}" type="sibTrans" cxnId="{E441DAA9-24BD-491C-A6C9-C0CC5DEB0C93}">
      <dgm:prSet/>
      <dgm:spPr/>
      <dgm:t>
        <a:bodyPr/>
        <a:lstStyle/>
        <a:p>
          <a:endParaRPr lang="en-US"/>
        </a:p>
      </dgm:t>
    </dgm:pt>
    <dgm:pt modelId="{238D0183-BCAF-EB42-B8B0-98CA649C93F8}" type="pres">
      <dgm:prSet presAssocID="{DE716911-C4C7-4DA9-BBEB-A99D9E4FE7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2B2E7E2-2EC6-DE45-9BA2-3F637DC0027B}" type="pres">
      <dgm:prSet presAssocID="{8BCDC335-9798-4137-A801-693D99D9E1CF}" presName="hierRoot1" presStyleCnt="0"/>
      <dgm:spPr/>
    </dgm:pt>
    <dgm:pt modelId="{ADC57659-C8C8-8347-99F2-1EAFE129EF2B}" type="pres">
      <dgm:prSet presAssocID="{8BCDC335-9798-4137-A801-693D99D9E1CF}" presName="composite" presStyleCnt="0"/>
      <dgm:spPr/>
    </dgm:pt>
    <dgm:pt modelId="{D3E0E2A4-44AA-064A-84ED-94F0A8D8CF8B}" type="pres">
      <dgm:prSet presAssocID="{8BCDC335-9798-4137-A801-693D99D9E1CF}" presName="background" presStyleLbl="node0" presStyleIdx="0" presStyleCnt="3"/>
      <dgm:spPr/>
    </dgm:pt>
    <dgm:pt modelId="{E5DBFD9F-7D9B-8944-A1A6-16ED9CE37195}" type="pres">
      <dgm:prSet presAssocID="{8BCDC335-9798-4137-A801-693D99D9E1CF}" presName="text" presStyleLbl="fgAcc0" presStyleIdx="0" presStyleCnt="3">
        <dgm:presLayoutVars>
          <dgm:chPref val="3"/>
        </dgm:presLayoutVars>
      </dgm:prSet>
      <dgm:spPr/>
    </dgm:pt>
    <dgm:pt modelId="{50785822-E43D-E44B-BE4F-2819BEC253DE}" type="pres">
      <dgm:prSet presAssocID="{8BCDC335-9798-4137-A801-693D99D9E1CF}" presName="hierChild2" presStyleCnt="0"/>
      <dgm:spPr/>
    </dgm:pt>
    <dgm:pt modelId="{9BF85E37-EE19-FE44-8917-8495ADA99BED}" type="pres">
      <dgm:prSet presAssocID="{8A18FD65-FE14-4F20-9C98-5B226E49DB49}" presName="hierRoot1" presStyleCnt="0"/>
      <dgm:spPr/>
    </dgm:pt>
    <dgm:pt modelId="{D99BA425-1F91-7F4D-9FC1-B49B275962C6}" type="pres">
      <dgm:prSet presAssocID="{8A18FD65-FE14-4F20-9C98-5B226E49DB49}" presName="composite" presStyleCnt="0"/>
      <dgm:spPr/>
    </dgm:pt>
    <dgm:pt modelId="{0EBB2571-2FE0-3642-9CCF-52DAEDEA2C12}" type="pres">
      <dgm:prSet presAssocID="{8A18FD65-FE14-4F20-9C98-5B226E49DB49}" presName="background" presStyleLbl="node0" presStyleIdx="1" presStyleCnt="3"/>
      <dgm:spPr/>
    </dgm:pt>
    <dgm:pt modelId="{B7B7435A-1FF5-4447-B148-143C4CBECCFD}" type="pres">
      <dgm:prSet presAssocID="{8A18FD65-FE14-4F20-9C98-5B226E49DB49}" presName="text" presStyleLbl="fgAcc0" presStyleIdx="1" presStyleCnt="3">
        <dgm:presLayoutVars>
          <dgm:chPref val="3"/>
        </dgm:presLayoutVars>
      </dgm:prSet>
      <dgm:spPr/>
    </dgm:pt>
    <dgm:pt modelId="{EF59C1CF-7F6D-C648-B3BB-912F6B2999FA}" type="pres">
      <dgm:prSet presAssocID="{8A18FD65-FE14-4F20-9C98-5B226E49DB49}" presName="hierChild2" presStyleCnt="0"/>
      <dgm:spPr/>
    </dgm:pt>
    <dgm:pt modelId="{5FA0DB40-E980-8F46-84AD-871ADBE8D812}" type="pres">
      <dgm:prSet presAssocID="{1C49F5AB-B42D-4986-B900-C0C599DC93CE}" presName="hierRoot1" presStyleCnt="0"/>
      <dgm:spPr/>
    </dgm:pt>
    <dgm:pt modelId="{2AE0BFA9-65E5-4C4F-91E8-8F3933CA8F19}" type="pres">
      <dgm:prSet presAssocID="{1C49F5AB-B42D-4986-B900-C0C599DC93CE}" presName="composite" presStyleCnt="0"/>
      <dgm:spPr/>
    </dgm:pt>
    <dgm:pt modelId="{584F39E5-CBA5-4F47-B050-EE1D9F1BA373}" type="pres">
      <dgm:prSet presAssocID="{1C49F5AB-B42D-4986-B900-C0C599DC93CE}" presName="background" presStyleLbl="node0" presStyleIdx="2" presStyleCnt="3"/>
      <dgm:spPr/>
    </dgm:pt>
    <dgm:pt modelId="{71111EDE-D2CE-E74F-9571-743F754A0D29}" type="pres">
      <dgm:prSet presAssocID="{1C49F5AB-B42D-4986-B900-C0C599DC93CE}" presName="text" presStyleLbl="fgAcc0" presStyleIdx="2" presStyleCnt="3">
        <dgm:presLayoutVars>
          <dgm:chPref val="3"/>
        </dgm:presLayoutVars>
      </dgm:prSet>
      <dgm:spPr/>
    </dgm:pt>
    <dgm:pt modelId="{41214E81-E750-534D-A2F8-CFC60E091CC0}" type="pres">
      <dgm:prSet presAssocID="{1C49F5AB-B42D-4986-B900-C0C599DC93CE}" presName="hierChild2" presStyleCnt="0"/>
      <dgm:spPr/>
    </dgm:pt>
  </dgm:ptLst>
  <dgm:cxnLst>
    <dgm:cxn modelId="{40998B10-FE1B-654D-A4E8-079255566258}" type="presOf" srcId="{DE716911-C4C7-4DA9-BBEB-A99D9E4FE78A}" destId="{238D0183-BCAF-EB42-B8B0-98CA649C93F8}" srcOrd="0" destOrd="0" presId="urn:microsoft.com/office/officeart/2005/8/layout/hierarchy1"/>
    <dgm:cxn modelId="{20AF141F-57FC-4FE6-91C8-1D996EBED8B2}" srcId="{DE716911-C4C7-4DA9-BBEB-A99D9E4FE78A}" destId="{8A18FD65-FE14-4F20-9C98-5B226E49DB49}" srcOrd="1" destOrd="0" parTransId="{767EFD0D-CF4F-4FE1-BE34-36A38FDE2B93}" sibTransId="{B2BE405D-BA0A-4193-9ED6-398ED7536366}"/>
    <dgm:cxn modelId="{2CFB8950-144F-6142-9148-3EADA92D7B32}" type="presOf" srcId="{8A18FD65-FE14-4F20-9C98-5B226E49DB49}" destId="{B7B7435A-1FF5-4447-B148-143C4CBECCFD}" srcOrd="0" destOrd="0" presId="urn:microsoft.com/office/officeart/2005/8/layout/hierarchy1"/>
    <dgm:cxn modelId="{B13ADF68-701F-644E-A72E-9D4C27A04FC8}" type="presOf" srcId="{1C49F5AB-B42D-4986-B900-C0C599DC93CE}" destId="{71111EDE-D2CE-E74F-9571-743F754A0D29}" srcOrd="0" destOrd="0" presId="urn:microsoft.com/office/officeart/2005/8/layout/hierarchy1"/>
    <dgm:cxn modelId="{4BF0EA83-96C3-4D4B-8368-523CF06DCFE5}" srcId="{DE716911-C4C7-4DA9-BBEB-A99D9E4FE78A}" destId="{8BCDC335-9798-4137-A801-693D99D9E1CF}" srcOrd="0" destOrd="0" parTransId="{6B1CB7B8-D04C-43F5-A043-2553ACC18465}" sibTransId="{AFA522D2-CF3D-4A65-98D5-1A217396120A}"/>
    <dgm:cxn modelId="{E441DAA9-24BD-491C-A6C9-C0CC5DEB0C93}" srcId="{DE716911-C4C7-4DA9-BBEB-A99D9E4FE78A}" destId="{1C49F5AB-B42D-4986-B900-C0C599DC93CE}" srcOrd="2" destOrd="0" parTransId="{C04ED738-51B9-4AAC-8F8E-EF385B81BBB0}" sibTransId="{812D32D8-52FA-4E5E-BE4B-EA1E9556D56C}"/>
    <dgm:cxn modelId="{5C9CE6B4-1E8C-7846-937C-438F7AC804FA}" type="presOf" srcId="{8BCDC335-9798-4137-A801-693D99D9E1CF}" destId="{E5DBFD9F-7D9B-8944-A1A6-16ED9CE37195}" srcOrd="0" destOrd="0" presId="urn:microsoft.com/office/officeart/2005/8/layout/hierarchy1"/>
    <dgm:cxn modelId="{5E24C5BB-070D-604D-AADE-3DB5DB77BFE5}" type="presParOf" srcId="{238D0183-BCAF-EB42-B8B0-98CA649C93F8}" destId="{32B2E7E2-2EC6-DE45-9BA2-3F637DC0027B}" srcOrd="0" destOrd="0" presId="urn:microsoft.com/office/officeart/2005/8/layout/hierarchy1"/>
    <dgm:cxn modelId="{14D8F7C4-CC49-364A-A472-82D4EC9888F6}" type="presParOf" srcId="{32B2E7E2-2EC6-DE45-9BA2-3F637DC0027B}" destId="{ADC57659-C8C8-8347-99F2-1EAFE129EF2B}" srcOrd="0" destOrd="0" presId="urn:microsoft.com/office/officeart/2005/8/layout/hierarchy1"/>
    <dgm:cxn modelId="{2CF08A67-8C81-EB48-B181-D30FDC323DA7}" type="presParOf" srcId="{ADC57659-C8C8-8347-99F2-1EAFE129EF2B}" destId="{D3E0E2A4-44AA-064A-84ED-94F0A8D8CF8B}" srcOrd="0" destOrd="0" presId="urn:microsoft.com/office/officeart/2005/8/layout/hierarchy1"/>
    <dgm:cxn modelId="{5A9E7FFE-ED6D-0F4D-A5E2-4150692FA3CC}" type="presParOf" srcId="{ADC57659-C8C8-8347-99F2-1EAFE129EF2B}" destId="{E5DBFD9F-7D9B-8944-A1A6-16ED9CE37195}" srcOrd="1" destOrd="0" presId="urn:microsoft.com/office/officeart/2005/8/layout/hierarchy1"/>
    <dgm:cxn modelId="{97E12D93-E159-274F-A0F0-C4B859B51BBA}" type="presParOf" srcId="{32B2E7E2-2EC6-DE45-9BA2-3F637DC0027B}" destId="{50785822-E43D-E44B-BE4F-2819BEC253DE}" srcOrd="1" destOrd="0" presId="urn:microsoft.com/office/officeart/2005/8/layout/hierarchy1"/>
    <dgm:cxn modelId="{5933D307-7D4C-374B-97BD-115311A7F49F}" type="presParOf" srcId="{238D0183-BCAF-EB42-B8B0-98CA649C93F8}" destId="{9BF85E37-EE19-FE44-8917-8495ADA99BED}" srcOrd="1" destOrd="0" presId="urn:microsoft.com/office/officeart/2005/8/layout/hierarchy1"/>
    <dgm:cxn modelId="{3B4A41B7-9746-C444-BE3D-3B09D7756337}" type="presParOf" srcId="{9BF85E37-EE19-FE44-8917-8495ADA99BED}" destId="{D99BA425-1F91-7F4D-9FC1-B49B275962C6}" srcOrd="0" destOrd="0" presId="urn:microsoft.com/office/officeart/2005/8/layout/hierarchy1"/>
    <dgm:cxn modelId="{DA8BF1AA-571D-B941-B914-182BCE7EABF3}" type="presParOf" srcId="{D99BA425-1F91-7F4D-9FC1-B49B275962C6}" destId="{0EBB2571-2FE0-3642-9CCF-52DAEDEA2C12}" srcOrd="0" destOrd="0" presId="urn:microsoft.com/office/officeart/2005/8/layout/hierarchy1"/>
    <dgm:cxn modelId="{2653E7E7-754C-9E41-8A47-F9617398ED15}" type="presParOf" srcId="{D99BA425-1F91-7F4D-9FC1-B49B275962C6}" destId="{B7B7435A-1FF5-4447-B148-143C4CBECCFD}" srcOrd="1" destOrd="0" presId="urn:microsoft.com/office/officeart/2005/8/layout/hierarchy1"/>
    <dgm:cxn modelId="{F31665AD-2EB0-B34B-B562-26547B2DF57D}" type="presParOf" srcId="{9BF85E37-EE19-FE44-8917-8495ADA99BED}" destId="{EF59C1CF-7F6D-C648-B3BB-912F6B2999FA}" srcOrd="1" destOrd="0" presId="urn:microsoft.com/office/officeart/2005/8/layout/hierarchy1"/>
    <dgm:cxn modelId="{998F0718-B955-2C47-8CC4-9B006833E57E}" type="presParOf" srcId="{238D0183-BCAF-EB42-B8B0-98CA649C93F8}" destId="{5FA0DB40-E980-8F46-84AD-871ADBE8D812}" srcOrd="2" destOrd="0" presId="urn:microsoft.com/office/officeart/2005/8/layout/hierarchy1"/>
    <dgm:cxn modelId="{7109ED2A-1859-9247-B0FA-E17C24AA4358}" type="presParOf" srcId="{5FA0DB40-E980-8F46-84AD-871ADBE8D812}" destId="{2AE0BFA9-65E5-4C4F-91E8-8F3933CA8F19}" srcOrd="0" destOrd="0" presId="urn:microsoft.com/office/officeart/2005/8/layout/hierarchy1"/>
    <dgm:cxn modelId="{F47D675C-123C-EF4F-902C-C52EED4678B3}" type="presParOf" srcId="{2AE0BFA9-65E5-4C4F-91E8-8F3933CA8F19}" destId="{584F39E5-CBA5-4F47-B050-EE1D9F1BA373}" srcOrd="0" destOrd="0" presId="urn:microsoft.com/office/officeart/2005/8/layout/hierarchy1"/>
    <dgm:cxn modelId="{DE4E4489-BCDE-DE4C-B76F-4B481142A67F}" type="presParOf" srcId="{2AE0BFA9-65E5-4C4F-91E8-8F3933CA8F19}" destId="{71111EDE-D2CE-E74F-9571-743F754A0D29}" srcOrd="1" destOrd="0" presId="urn:microsoft.com/office/officeart/2005/8/layout/hierarchy1"/>
    <dgm:cxn modelId="{E5256E5C-CD2C-9847-9B42-806118CCD65D}" type="presParOf" srcId="{5FA0DB40-E980-8F46-84AD-871ADBE8D812}" destId="{41214E81-E750-534D-A2F8-CFC60E091C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C4FC3A5-16D1-46F4-B41E-C7D06FD5C44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C165F9C-C175-4CA6-8F17-9B7356513638}">
      <dgm:prSet/>
      <dgm:spPr/>
      <dgm:t>
        <a:bodyPr/>
        <a:lstStyle/>
        <a:p>
          <a:pPr>
            <a:defRPr cap="all"/>
          </a:pPr>
          <a:r>
            <a:rPr lang="en-US"/>
            <a:t>- Be cautious and informed</a:t>
          </a:r>
        </a:p>
      </dgm:t>
    </dgm:pt>
    <dgm:pt modelId="{5794F6B6-DC8D-4FDB-B5DD-4CDC16300055}" type="parTrans" cxnId="{9CE5A76A-F6BB-42E6-B8A5-FE829AC800E2}">
      <dgm:prSet/>
      <dgm:spPr/>
      <dgm:t>
        <a:bodyPr/>
        <a:lstStyle/>
        <a:p>
          <a:endParaRPr lang="en-US"/>
        </a:p>
      </dgm:t>
    </dgm:pt>
    <dgm:pt modelId="{75AD55AA-FC0A-4206-A739-BD9F9381DEDA}" type="sibTrans" cxnId="{9CE5A76A-F6BB-42E6-B8A5-FE829AC800E2}">
      <dgm:prSet/>
      <dgm:spPr/>
      <dgm:t>
        <a:bodyPr/>
        <a:lstStyle/>
        <a:p>
          <a:endParaRPr lang="en-US"/>
        </a:p>
      </dgm:t>
    </dgm:pt>
    <dgm:pt modelId="{12C8CEA6-32BC-45A4-B80C-EBA0DBBEA2EC}">
      <dgm:prSet/>
      <dgm:spPr/>
      <dgm:t>
        <a:bodyPr/>
        <a:lstStyle/>
        <a:p>
          <a:pPr>
            <a:defRPr cap="all"/>
          </a:pPr>
          <a:r>
            <a:rPr lang="en-US"/>
            <a:t>- Back up data</a:t>
          </a:r>
        </a:p>
      </dgm:t>
    </dgm:pt>
    <dgm:pt modelId="{4EB1CCA7-A0E7-4977-BA8B-DCD04C8BEB64}" type="parTrans" cxnId="{8B36BFAF-D9C9-4D9F-BFEB-79B0AAD599AF}">
      <dgm:prSet/>
      <dgm:spPr/>
      <dgm:t>
        <a:bodyPr/>
        <a:lstStyle/>
        <a:p>
          <a:endParaRPr lang="en-US"/>
        </a:p>
      </dgm:t>
    </dgm:pt>
    <dgm:pt modelId="{4F7F5103-98EA-43BA-8596-378750D53CFB}" type="sibTrans" cxnId="{8B36BFAF-D9C9-4D9F-BFEB-79B0AAD599AF}">
      <dgm:prSet/>
      <dgm:spPr/>
      <dgm:t>
        <a:bodyPr/>
        <a:lstStyle/>
        <a:p>
          <a:endParaRPr lang="en-US"/>
        </a:p>
      </dgm:t>
    </dgm:pt>
    <dgm:pt modelId="{D85C91D3-6AF4-4963-9BEA-18161FF15FD2}">
      <dgm:prSet/>
      <dgm:spPr/>
      <dgm:t>
        <a:bodyPr/>
        <a:lstStyle/>
        <a:p>
          <a:pPr>
            <a:defRPr cap="all"/>
          </a:pPr>
          <a:r>
            <a:rPr lang="en-US"/>
            <a:t>- Foster cybersecurity culture</a:t>
          </a:r>
        </a:p>
      </dgm:t>
    </dgm:pt>
    <dgm:pt modelId="{FE6DCF29-20BD-41BB-B660-2694EB8DF27B}" type="parTrans" cxnId="{5A0C6E00-0857-424F-AA57-29BEFB4ED8BD}">
      <dgm:prSet/>
      <dgm:spPr/>
      <dgm:t>
        <a:bodyPr/>
        <a:lstStyle/>
        <a:p>
          <a:endParaRPr lang="en-US"/>
        </a:p>
      </dgm:t>
    </dgm:pt>
    <dgm:pt modelId="{5E065600-65B1-41D8-A9FC-B5A7951D8D06}" type="sibTrans" cxnId="{5A0C6E00-0857-424F-AA57-29BEFB4ED8BD}">
      <dgm:prSet/>
      <dgm:spPr/>
      <dgm:t>
        <a:bodyPr/>
        <a:lstStyle/>
        <a:p>
          <a:endParaRPr lang="en-US"/>
        </a:p>
      </dgm:t>
    </dgm:pt>
    <dgm:pt modelId="{F5B074E9-360F-4E48-B931-299D0E5119CC}">
      <dgm:prSet/>
      <dgm:spPr/>
      <dgm:t>
        <a:bodyPr/>
        <a:lstStyle/>
        <a:p>
          <a:pPr>
            <a:defRPr cap="all"/>
          </a:pPr>
          <a:r>
            <a:rPr lang="en-US"/>
            <a:t>- Stay current with threats</a:t>
          </a:r>
        </a:p>
      </dgm:t>
    </dgm:pt>
    <dgm:pt modelId="{DA8164DB-0415-41D4-AC14-9E7A9E5536B9}" type="parTrans" cxnId="{3D8A2774-FD71-4040-9E9D-EC4E5604B11D}">
      <dgm:prSet/>
      <dgm:spPr/>
      <dgm:t>
        <a:bodyPr/>
        <a:lstStyle/>
        <a:p>
          <a:endParaRPr lang="en-US"/>
        </a:p>
      </dgm:t>
    </dgm:pt>
    <dgm:pt modelId="{798BB227-4BD7-403B-A355-959653180518}" type="sibTrans" cxnId="{3D8A2774-FD71-4040-9E9D-EC4E5604B11D}">
      <dgm:prSet/>
      <dgm:spPr/>
      <dgm:t>
        <a:bodyPr/>
        <a:lstStyle/>
        <a:p>
          <a:endParaRPr lang="en-US"/>
        </a:p>
      </dgm:t>
    </dgm:pt>
    <dgm:pt modelId="{BE99B5BF-D208-458C-BEC1-7697C7FDDE99}" type="pres">
      <dgm:prSet presAssocID="{DC4FC3A5-16D1-46F4-B41E-C7D06FD5C442}" presName="root" presStyleCnt="0">
        <dgm:presLayoutVars>
          <dgm:dir/>
          <dgm:resizeHandles val="exact"/>
        </dgm:presLayoutVars>
      </dgm:prSet>
      <dgm:spPr/>
    </dgm:pt>
    <dgm:pt modelId="{900A7117-A2C6-41B2-874D-4F949613941B}" type="pres">
      <dgm:prSet presAssocID="{7C165F9C-C175-4CA6-8F17-9B7356513638}" presName="compNode" presStyleCnt="0"/>
      <dgm:spPr/>
    </dgm:pt>
    <dgm:pt modelId="{76DD2CA4-EFA1-4B81-A890-DCAA81ACE441}" type="pres">
      <dgm:prSet presAssocID="{7C165F9C-C175-4CA6-8F17-9B7356513638}" presName="iconBgRect" presStyleLbl="bgShp" presStyleIdx="0" presStyleCnt="4"/>
      <dgm:spPr/>
    </dgm:pt>
    <dgm:pt modelId="{891D04FF-3065-461A-B7D5-6FE5E1944132}" type="pres">
      <dgm:prSet presAssocID="{7C165F9C-C175-4CA6-8F17-9B73565136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C64127E-24E2-46FF-97DE-7756D1F20F6C}" type="pres">
      <dgm:prSet presAssocID="{7C165F9C-C175-4CA6-8F17-9B7356513638}" presName="spaceRect" presStyleCnt="0"/>
      <dgm:spPr/>
    </dgm:pt>
    <dgm:pt modelId="{7C6AD6EF-3A6D-4EF3-AE63-55DCCD3D6FC0}" type="pres">
      <dgm:prSet presAssocID="{7C165F9C-C175-4CA6-8F17-9B7356513638}" presName="textRect" presStyleLbl="revTx" presStyleIdx="0" presStyleCnt="4">
        <dgm:presLayoutVars>
          <dgm:chMax val="1"/>
          <dgm:chPref val="1"/>
        </dgm:presLayoutVars>
      </dgm:prSet>
      <dgm:spPr/>
    </dgm:pt>
    <dgm:pt modelId="{251DAA22-11A6-4663-ADF1-0B5D96A4766F}" type="pres">
      <dgm:prSet presAssocID="{75AD55AA-FC0A-4206-A739-BD9F9381DEDA}" presName="sibTrans" presStyleCnt="0"/>
      <dgm:spPr/>
    </dgm:pt>
    <dgm:pt modelId="{4D274960-B5C6-4D70-AA2F-B4EBA49E9C28}" type="pres">
      <dgm:prSet presAssocID="{12C8CEA6-32BC-45A4-B80C-EBA0DBBEA2EC}" presName="compNode" presStyleCnt="0"/>
      <dgm:spPr/>
    </dgm:pt>
    <dgm:pt modelId="{EB42213E-9AC6-4B2F-B91C-46E0B506BB96}" type="pres">
      <dgm:prSet presAssocID="{12C8CEA6-32BC-45A4-B80C-EBA0DBBEA2EC}" presName="iconBgRect" presStyleLbl="bgShp" presStyleIdx="1" presStyleCnt="4"/>
      <dgm:spPr/>
    </dgm:pt>
    <dgm:pt modelId="{C0A1BB59-50D5-4536-AB08-0C6BDE8160C3}" type="pres">
      <dgm:prSet presAssocID="{12C8CEA6-32BC-45A4-B80C-EBA0DBBEA2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EC594638-B857-49E6-9425-5F4C3467D605}" type="pres">
      <dgm:prSet presAssocID="{12C8CEA6-32BC-45A4-B80C-EBA0DBBEA2EC}" presName="spaceRect" presStyleCnt="0"/>
      <dgm:spPr/>
    </dgm:pt>
    <dgm:pt modelId="{9F125C31-BAE0-45AD-B982-7A6BB1877154}" type="pres">
      <dgm:prSet presAssocID="{12C8CEA6-32BC-45A4-B80C-EBA0DBBEA2EC}" presName="textRect" presStyleLbl="revTx" presStyleIdx="1" presStyleCnt="4">
        <dgm:presLayoutVars>
          <dgm:chMax val="1"/>
          <dgm:chPref val="1"/>
        </dgm:presLayoutVars>
      </dgm:prSet>
      <dgm:spPr/>
    </dgm:pt>
    <dgm:pt modelId="{7B698D33-69A4-4B14-9C2D-A2657C35CC15}" type="pres">
      <dgm:prSet presAssocID="{4F7F5103-98EA-43BA-8596-378750D53CFB}" presName="sibTrans" presStyleCnt="0"/>
      <dgm:spPr/>
    </dgm:pt>
    <dgm:pt modelId="{32BEF338-E106-4E00-B7E2-9533D8269E42}" type="pres">
      <dgm:prSet presAssocID="{D85C91D3-6AF4-4963-9BEA-18161FF15FD2}" presName="compNode" presStyleCnt="0"/>
      <dgm:spPr/>
    </dgm:pt>
    <dgm:pt modelId="{B9266E0A-324F-4001-8C19-D3BED0E13C12}" type="pres">
      <dgm:prSet presAssocID="{D85C91D3-6AF4-4963-9BEA-18161FF15FD2}" presName="iconBgRect" presStyleLbl="bgShp" presStyleIdx="2" presStyleCnt="4"/>
      <dgm:spPr/>
    </dgm:pt>
    <dgm:pt modelId="{3D4683E4-B3EC-401C-BB73-898B43C9C0D5}" type="pres">
      <dgm:prSet presAssocID="{D85C91D3-6AF4-4963-9BEA-18161FF15FD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0395BCA-C1CA-434F-9908-4CDDB6110047}" type="pres">
      <dgm:prSet presAssocID="{D85C91D3-6AF4-4963-9BEA-18161FF15FD2}" presName="spaceRect" presStyleCnt="0"/>
      <dgm:spPr/>
    </dgm:pt>
    <dgm:pt modelId="{767498D2-7BF2-4796-887C-B28670400910}" type="pres">
      <dgm:prSet presAssocID="{D85C91D3-6AF4-4963-9BEA-18161FF15FD2}" presName="textRect" presStyleLbl="revTx" presStyleIdx="2" presStyleCnt="4">
        <dgm:presLayoutVars>
          <dgm:chMax val="1"/>
          <dgm:chPref val="1"/>
        </dgm:presLayoutVars>
      </dgm:prSet>
      <dgm:spPr/>
    </dgm:pt>
    <dgm:pt modelId="{EFDC86B9-056B-46C8-95F5-708780F362B9}" type="pres">
      <dgm:prSet presAssocID="{5E065600-65B1-41D8-A9FC-B5A7951D8D06}" presName="sibTrans" presStyleCnt="0"/>
      <dgm:spPr/>
    </dgm:pt>
    <dgm:pt modelId="{672DD5B9-B150-432F-B805-86DF97260F9E}" type="pres">
      <dgm:prSet presAssocID="{F5B074E9-360F-4E48-B931-299D0E5119CC}" presName="compNode" presStyleCnt="0"/>
      <dgm:spPr/>
    </dgm:pt>
    <dgm:pt modelId="{3B48DF96-2369-4CF4-923F-17DF2F9E4769}" type="pres">
      <dgm:prSet presAssocID="{F5B074E9-360F-4E48-B931-299D0E5119CC}" presName="iconBgRect" presStyleLbl="bgShp" presStyleIdx="3" presStyleCnt="4"/>
      <dgm:spPr/>
    </dgm:pt>
    <dgm:pt modelId="{FA33B117-1B7D-4B92-9C1E-C11E8F45FC59}" type="pres">
      <dgm:prSet presAssocID="{F5B074E9-360F-4E48-B931-299D0E5119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877F37AE-3D76-476A-8AD5-41B9800D4A74}" type="pres">
      <dgm:prSet presAssocID="{F5B074E9-360F-4E48-B931-299D0E5119CC}" presName="spaceRect" presStyleCnt="0"/>
      <dgm:spPr/>
    </dgm:pt>
    <dgm:pt modelId="{40E39671-66DC-4B50-A390-951217780713}" type="pres">
      <dgm:prSet presAssocID="{F5B074E9-360F-4E48-B931-299D0E5119C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A0C6E00-0857-424F-AA57-29BEFB4ED8BD}" srcId="{DC4FC3A5-16D1-46F4-B41E-C7D06FD5C442}" destId="{D85C91D3-6AF4-4963-9BEA-18161FF15FD2}" srcOrd="2" destOrd="0" parTransId="{FE6DCF29-20BD-41BB-B660-2694EB8DF27B}" sibTransId="{5E065600-65B1-41D8-A9FC-B5A7951D8D06}"/>
    <dgm:cxn modelId="{0C8E6616-01ED-4D06-AA40-ECD33659E63C}" type="presOf" srcId="{DC4FC3A5-16D1-46F4-B41E-C7D06FD5C442}" destId="{BE99B5BF-D208-458C-BEC1-7697C7FDDE99}" srcOrd="0" destOrd="0" presId="urn:microsoft.com/office/officeart/2018/5/layout/IconCircleLabelList"/>
    <dgm:cxn modelId="{9953624F-28DD-4B7B-86D8-013B061DEAFB}" type="presOf" srcId="{D85C91D3-6AF4-4963-9BEA-18161FF15FD2}" destId="{767498D2-7BF2-4796-887C-B28670400910}" srcOrd="0" destOrd="0" presId="urn:microsoft.com/office/officeart/2018/5/layout/IconCircleLabelList"/>
    <dgm:cxn modelId="{9CE5A76A-F6BB-42E6-B8A5-FE829AC800E2}" srcId="{DC4FC3A5-16D1-46F4-B41E-C7D06FD5C442}" destId="{7C165F9C-C175-4CA6-8F17-9B7356513638}" srcOrd="0" destOrd="0" parTransId="{5794F6B6-DC8D-4FDB-B5DD-4CDC16300055}" sibTransId="{75AD55AA-FC0A-4206-A739-BD9F9381DEDA}"/>
    <dgm:cxn modelId="{3D8A2774-FD71-4040-9E9D-EC4E5604B11D}" srcId="{DC4FC3A5-16D1-46F4-B41E-C7D06FD5C442}" destId="{F5B074E9-360F-4E48-B931-299D0E5119CC}" srcOrd="3" destOrd="0" parTransId="{DA8164DB-0415-41D4-AC14-9E7A9E5536B9}" sibTransId="{798BB227-4BD7-403B-A355-959653180518}"/>
    <dgm:cxn modelId="{8B36BFAF-D9C9-4D9F-BFEB-79B0AAD599AF}" srcId="{DC4FC3A5-16D1-46F4-B41E-C7D06FD5C442}" destId="{12C8CEA6-32BC-45A4-B80C-EBA0DBBEA2EC}" srcOrd="1" destOrd="0" parTransId="{4EB1CCA7-A0E7-4977-BA8B-DCD04C8BEB64}" sibTransId="{4F7F5103-98EA-43BA-8596-378750D53CFB}"/>
    <dgm:cxn modelId="{4A8B61B1-FE06-4653-B6BF-00D2E4F117AE}" type="presOf" srcId="{12C8CEA6-32BC-45A4-B80C-EBA0DBBEA2EC}" destId="{9F125C31-BAE0-45AD-B982-7A6BB1877154}" srcOrd="0" destOrd="0" presId="urn:microsoft.com/office/officeart/2018/5/layout/IconCircleLabelList"/>
    <dgm:cxn modelId="{44DB98DD-8E02-4A23-8332-3C0CE3AE2C02}" type="presOf" srcId="{F5B074E9-360F-4E48-B931-299D0E5119CC}" destId="{40E39671-66DC-4B50-A390-951217780713}" srcOrd="0" destOrd="0" presId="urn:microsoft.com/office/officeart/2018/5/layout/IconCircleLabelList"/>
    <dgm:cxn modelId="{FB48A6FF-7ECB-4A06-BF41-EEFD3A54AAFD}" type="presOf" srcId="{7C165F9C-C175-4CA6-8F17-9B7356513638}" destId="{7C6AD6EF-3A6D-4EF3-AE63-55DCCD3D6FC0}" srcOrd="0" destOrd="0" presId="urn:microsoft.com/office/officeart/2018/5/layout/IconCircleLabelList"/>
    <dgm:cxn modelId="{A402E6E7-E797-45D9-8DF2-F92882BBA344}" type="presParOf" srcId="{BE99B5BF-D208-458C-BEC1-7697C7FDDE99}" destId="{900A7117-A2C6-41B2-874D-4F949613941B}" srcOrd="0" destOrd="0" presId="urn:microsoft.com/office/officeart/2018/5/layout/IconCircleLabelList"/>
    <dgm:cxn modelId="{2849D948-AD04-4A27-B2AE-2F7B8AF89D09}" type="presParOf" srcId="{900A7117-A2C6-41B2-874D-4F949613941B}" destId="{76DD2CA4-EFA1-4B81-A890-DCAA81ACE441}" srcOrd="0" destOrd="0" presId="urn:microsoft.com/office/officeart/2018/5/layout/IconCircleLabelList"/>
    <dgm:cxn modelId="{277B0322-7DA9-42A8-BBFA-1DCF24359030}" type="presParOf" srcId="{900A7117-A2C6-41B2-874D-4F949613941B}" destId="{891D04FF-3065-461A-B7D5-6FE5E1944132}" srcOrd="1" destOrd="0" presId="urn:microsoft.com/office/officeart/2018/5/layout/IconCircleLabelList"/>
    <dgm:cxn modelId="{9EB7F07A-0842-43CA-9876-01E36C61AF55}" type="presParOf" srcId="{900A7117-A2C6-41B2-874D-4F949613941B}" destId="{5C64127E-24E2-46FF-97DE-7756D1F20F6C}" srcOrd="2" destOrd="0" presId="urn:microsoft.com/office/officeart/2018/5/layout/IconCircleLabelList"/>
    <dgm:cxn modelId="{704881E7-82C3-4D8E-B18C-8A4C8DE897E2}" type="presParOf" srcId="{900A7117-A2C6-41B2-874D-4F949613941B}" destId="{7C6AD6EF-3A6D-4EF3-AE63-55DCCD3D6FC0}" srcOrd="3" destOrd="0" presId="urn:microsoft.com/office/officeart/2018/5/layout/IconCircleLabelList"/>
    <dgm:cxn modelId="{F4FFC91A-38E9-4297-ADBB-36CB677F2769}" type="presParOf" srcId="{BE99B5BF-D208-458C-BEC1-7697C7FDDE99}" destId="{251DAA22-11A6-4663-ADF1-0B5D96A4766F}" srcOrd="1" destOrd="0" presId="urn:microsoft.com/office/officeart/2018/5/layout/IconCircleLabelList"/>
    <dgm:cxn modelId="{ACCCFF74-00AB-4C75-84E4-67D27D2FFD18}" type="presParOf" srcId="{BE99B5BF-D208-458C-BEC1-7697C7FDDE99}" destId="{4D274960-B5C6-4D70-AA2F-B4EBA49E9C28}" srcOrd="2" destOrd="0" presId="urn:microsoft.com/office/officeart/2018/5/layout/IconCircleLabelList"/>
    <dgm:cxn modelId="{97266D63-2678-4DD7-8A9E-52A5DBC7AEFD}" type="presParOf" srcId="{4D274960-B5C6-4D70-AA2F-B4EBA49E9C28}" destId="{EB42213E-9AC6-4B2F-B91C-46E0B506BB96}" srcOrd="0" destOrd="0" presId="urn:microsoft.com/office/officeart/2018/5/layout/IconCircleLabelList"/>
    <dgm:cxn modelId="{D27246C5-9DEC-4A71-A358-666EABA416BA}" type="presParOf" srcId="{4D274960-B5C6-4D70-AA2F-B4EBA49E9C28}" destId="{C0A1BB59-50D5-4536-AB08-0C6BDE8160C3}" srcOrd="1" destOrd="0" presId="urn:microsoft.com/office/officeart/2018/5/layout/IconCircleLabelList"/>
    <dgm:cxn modelId="{E361F43D-1BEE-470B-83E9-7E056248F172}" type="presParOf" srcId="{4D274960-B5C6-4D70-AA2F-B4EBA49E9C28}" destId="{EC594638-B857-49E6-9425-5F4C3467D605}" srcOrd="2" destOrd="0" presId="urn:microsoft.com/office/officeart/2018/5/layout/IconCircleLabelList"/>
    <dgm:cxn modelId="{5E76C3C1-544E-44FF-8FE2-95CD3D79AC40}" type="presParOf" srcId="{4D274960-B5C6-4D70-AA2F-B4EBA49E9C28}" destId="{9F125C31-BAE0-45AD-B982-7A6BB1877154}" srcOrd="3" destOrd="0" presId="urn:microsoft.com/office/officeart/2018/5/layout/IconCircleLabelList"/>
    <dgm:cxn modelId="{AF06D573-7E90-499C-9CD4-2AD0FFB9D458}" type="presParOf" srcId="{BE99B5BF-D208-458C-BEC1-7697C7FDDE99}" destId="{7B698D33-69A4-4B14-9C2D-A2657C35CC15}" srcOrd="3" destOrd="0" presId="urn:microsoft.com/office/officeart/2018/5/layout/IconCircleLabelList"/>
    <dgm:cxn modelId="{F11E9F45-B2E7-4267-8983-13C36F163C3F}" type="presParOf" srcId="{BE99B5BF-D208-458C-BEC1-7697C7FDDE99}" destId="{32BEF338-E106-4E00-B7E2-9533D8269E42}" srcOrd="4" destOrd="0" presId="urn:microsoft.com/office/officeart/2018/5/layout/IconCircleLabelList"/>
    <dgm:cxn modelId="{4B130E52-CBA1-457D-8530-B249F8CD6714}" type="presParOf" srcId="{32BEF338-E106-4E00-B7E2-9533D8269E42}" destId="{B9266E0A-324F-4001-8C19-D3BED0E13C12}" srcOrd="0" destOrd="0" presId="urn:microsoft.com/office/officeart/2018/5/layout/IconCircleLabelList"/>
    <dgm:cxn modelId="{6F58FAA8-9381-481E-BC17-32EF1480AE7A}" type="presParOf" srcId="{32BEF338-E106-4E00-B7E2-9533D8269E42}" destId="{3D4683E4-B3EC-401C-BB73-898B43C9C0D5}" srcOrd="1" destOrd="0" presId="urn:microsoft.com/office/officeart/2018/5/layout/IconCircleLabelList"/>
    <dgm:cxn modelId="{BF1C0E1C-A3A7-479A-BDB0-FFE56419985E}" type="presParOf" srcId="{32BEF338-E106-4E00-B7E2-9533D8269E42}" destId="{C0395BCA-C1CA-434F-9908-4CDDB6110047}" srcOrd="2" destOrd="0" presId="urn:microsoft.com/office/officeart/2018/5/layout/IconCircleLabelList"/>
    <dgm:cxn modelId="{ABB662BC-C871-4458-A33B-8398DD1C122A}" type="presParOf" srcId="{32BEF338-E106-4E00-B7E2-9533D8269E42}" destId="{767498D2-7BF2-4796-887C-B28670400910}" srcOrd="3" destOrd="0" presId="urn:microsoft.com/office/officeart/2018/5/layout/IconCircleLabelList"/>
    <dgm:cxn modelId="{F9D00F82-311D-4DA1-8AB6-D936A688B334}" type="presParOf" srcId="{BE99B5BF-D208-458C-BEC1-7697C7FDDE99}" destId="{EFDC86B9-056B-46C8-95F5-708780F362B9}" srcOrd="5" destOrd="0" presId="urn:microsoft.com/office/officeart/2018/5/layout/IconCircleLabelList"/>
    <dgm:cxn modelId="{E1E9B509-7DBE-4FC7-9FA7-42BB3F3163A2}" type="presParOf" srcId="{BE99B5BF-D208-458C-BEC1-7697C7FDDE99}" destId="{672DD5B9-B150-432F-B805-86DF97260F9E}" srcOrd="6" destOrd="0" presId="urn:microsoft.com/office/officeart/2018/5/layout/IconCircleLabelList"/>
    <dgm:cxn modelId="{F388F914-C778-470E-A428-7DA83A55CB8D}" type="presParOf" srcId="{672DD5B9-B150-432F-B805-86DF97260F9E}" destId="{3B48DF96-2369-4CF4-923F-17DF2F9E4769}" srcOrd="0" destOrd="0" presId="urn:microsoft.com/office/officeart/2018/5/layout/IconCircleLabelList"/>
    <dgm:cxn modelId="{8846DD06-6B2C-48FD-8BC3-8B3727AD4851}" type="presParOf" srcId="{672DD5B9-B150-432F-B805-86DF97260F9E}" destId="{FA33B117-1B7D-4B92-9C1E-C11E8F45FC59}" srcOrd="1" destOrd="0" presId="urn:microsoft.com/office/officeart/2018/5/layout/IconCircleLabelList"/>
    <dgm:cxn modelId="{186AA7FB-45BF-4C15-8AE9-74AB71EA867F}" type="presParOf" srcId="{672DD5B9-B150-432F-B805-86DF97260F9E}" destId="{877F37AE-3D76-476A-8AD5-41B9800D4A74}" srcOrd="2" destOrd="0" presId="urn:microsoft.com/office/officeart/2018/5/layout/IconCircleLabelList"/>
    <dgm:cxn modelId="{1732F80D-91C5-4AC9-8588-C3EB361A153C}" type="presParOf" srcId="{672DD5B9-B150-432F-B805-86DF97260F9E}" destId="{40E39671-66DC-4B50-A390-95121778071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6C01743-0323-4211-A692-DDE7A5BB11F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0EF6CB7-7AAB-4C54-9517-AB0FDBEE2A44}">
      <dgm:prSet/>
      <dgm:spPr/>
      <dgm:t>
        <a:bodyPr/>
        <a:lstStyle/>
        <a:p>
          <a:pPr>
            <a:defRPr cap="all"/>
          </a:pPr>
          <a:r>
            <a:rPr lang="en-US"/>
            <a:t>- Any questions?</a:t>
          </a:r>
        </a:p>
      </dgm:t>
    </dgm:pt>
    <dgm:pt modelId="{90515C58-E58F-4E37-953B-48DFA0402BD1}" type="parTrans" cxnId="{654FAC78-A285-4FDB-8EA6-61F68B7015BC}">
      <dgm:prSet/>
      <dgm:spPr/>
      <dgm:t>
        <a:bodyPr/>
        <a:lstStyle/>
        <a:p>
          <a:endParaRPr lang="en-US"/>
        </a:p>
      </dgm:t>
    </dgm:pt>
    <dgm:pt modelId="{19186E3B-8C72-42BC-B8E6-AD601AD72B05}" type="sibTrans" cxnId="{654FAC78-A285-4FDB-8EA6-61F68B7015BC}">
      <dgm:prSet/>
      <dgm:spPr/>
      <dgm:t>
        <a:bodyPr/>
        <a:lstStyle/>
        <a:p>
          <a:endParaRPr lang="en-US"/>
        </a:p>
      </dgm:t>
    </dgm:pt>
    <dgm:pt modelId="{EA1EE1C4-8F57-4783-8B0A-75B167806962}">
      <dgm:prSet/>
      <dgm:spPr/>
      <dgm:t>
        <a:bodyPr/>
        <a:lstStyle/>
        <a:p>
          <a:pPr>
            <a:defRPr cap="all"/>
          </a:pPr>
          <a:r>
            <a:rPr lang="en-US"/>
            <a:t>- Share stories</a:t>
          </a:r>
        </a:p>
      </dgm:t>
    </dgm:pt>
    <dgm:pt modelId="{95748FFF-0A29-4580-8A51-95BB6F5BBF40}" type="parTrans" cxnId="{3DEC8EF6-9E1F-4E30-A6E2-7B3F140CCE63}">
      <dgm:prSet/>
      <dgm:spPr/>
      <dgm:t>
        <a:bodyPr/>
        <a:lstStyle/>
        <a:p>
          <a:endParaRPr lang="en-US"/>
        </a:p>
      </dgm:t>
    </dgm:pt>
    <dgm:pt modelId="{89513DCC-0D30-47CD-AC88-065D5F3C4C16}" type="sibTrans" cxnId="{3DEC8EF6-9E1F-4E30-A6E2-7B3F140CCE63}">
      <dgm:prSet/>
      <dgm:spPr/>
      <dgm:t>
        <a:bodyPr/>
        <a:lstStyle/>
        <a:p>
          <a:endParaRPr lang="en-US"/>
        </a:p>
      </dgm:t>
    </dgm:pt>
    <dgm:pt modelId="{62638BD9-7C6A-4018-94ED-A5BE9A83F271}">
      <dgm:prSet/>
      <dgm:spPr/>
      <dgm:t>
        <a:bodyPr/>
        <a:lstStyle/>
        <a:p>
          <a:pPr>
            <a:defRPr cap="all"/>
          </a:pPr>
          <a:r>
            <a:rPr lang="en-US"/>
            <a:t>- Discuss recent breaches</a:t>
          </a:r>
        </a:p>
      </dgm:t>
    </dgm:pt>
    <dgm:pt modelId="{E185EDB8-CE82-4FF3-845D-E95BD49DC53B}" type="parTrans" cxnId="{F4CA365D-D397-449A-945E-A52280FB705F}">
      <dgm:prSet/>
      <dgm:spPr/>
      <dgm:t>
        <a:bodyPr/>
        <a:lstStyle/>
        <a:p>
          <a:endParaRPr lang="en-US"/>
        </a:p>
      </dgm:t>
    </dgm:pt>
    <dgm:pt modelId="{23EC9D1C-6DA0-4EBD-AA87-4D107BDDBB0E}" type="sibTrans" cxnId="{F4CA365D-D397-449A-945E-A52280FB705F}">
      <dgm:prSet/>
      <dgm:spPr/>
      <dgm:t>
        <a:bodyPr/>
        <a:lstStyle/>
        <a:p>
          <a:endParaRPr lang="en-US"/>
        </a:p>
      </dgm:t>
    </dgm:pt>
    <dgm:pt modelId="{755E6CBE-419B-4821-B2D3-E36CAF0BEB07}" type="pres">
      <dgm:prSet presAssocID="{86C01743-0323-4211-A692-DDE7A5BB11F2}" presName="root" presStyleCnt="0">
        <dgm:presLayoutVars>
          <dgm:dir/>
          <dgm:resizeHandles val="exact"/>
        </dgm:presLayoutVars>
      </dgm:prSet>
      <dgm:spPr/>
    </dgm:pt>
    <dgm:pt modelId="{99BD3D65-207A-43AB-BA78-A4FBDC75CB5D}" type="pres">
      <dgm:prSet presAssocID="{B0EF6CB7-7AAB-4C54-9517-AB0FDBEE2A44}" presName="compNode" presStyleCnt="0"/>
      <dgm:spPr/>
    </dgm:pt>
    <dgm:pt modelId="{2F8B89FD-9ABA-41B1-BB3D-32236234414D}" type="pres">
      <dgm:prSet presAssocID="{B0EF6CB7-7AAB-4C54-9517-AB0FDBEE2A44}" presName="iconBgRect" presStyleLbl="bgShp" presStyleIdx="0" presStyleCnt="3"/>
      <dgm:spPr/>
    </dgm:pt>
    <dgm:pt modelId="{854F0F8D-C8EE-4A49-8A68-2A16E5D388DF}" type="pres">
      <dgm:prSet presAssocID="{B0EF6CB7-7AAB-4C54-9517-AB0FDBEE2A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23C0089-5D25-44D4-B7AE-5AA36065207C}" type="pres">
      <dgm:prSet presAssocID="{B0EF6CB7-7AAB-4C54-9517-AB0FDBEE2A44}" presName="spaceRect" presStyleCnt="0"/>
      <dgm:spPr/>
    </dgm:pt>
    <dgm:pt modelId="{ECC37378-E762-4531-A4F1-7A804317A03F}" type="pres">
      <dgm:prSet presAssocID="{B0EF6CB7-7AAB-4C54-9517-AB0FDBEE2A44}" presName="textRect" presStyleLbl="revTx" presStyleIdx="0" presStyleCnt="3">
        <dgm:presLayoutVars>
          <dgm:chMax val="1"/>
          <dgm:chPref val="1"/>
        </dgm:presLayoutVars>
      </dgm:prSet>
      <dgm:spPr/>
    </dgm:pt>
    <dgm:pt modelId="{57F6695D-0989-4AFC-AA56-4A97F1EBA407}" type="pres">
      <dgm:prSet presAssocID="{19186E3B-8C72-42BC-B8E6-AD601AD72B05}" presName="sibTrans" presStyleCnt="0"/>
      <dgm:spPr/>
    </dgm:pt>
    <dgm:pt modelId="{8E2AB33C-7769-4067-95EB-A6D95E8DC96C}" type="pres">
      <dgm:prSet presAssocID="{EA1EE1C4-8F57-4783-8B0A-75B167806962}" presName="compNode" presStyleCnt="0"/>
      <dgm:spPr/>
    </dgm:pt>
    <dgm:pt modelId="{68C52902-944E-4EEB-9574-D8A52B825ECD}" type="pres">
      <dgm:prSet presAssocID="{EA1EE1C4-8F57-4783-8B0A-75B167806962}" presName="iconBgRect" presStyleLbl="bgShp" presStyleIdx="1" presStyleCnt="3"/>
      <dgm:spPr/>
    </dgm:pt>
    <dgm:pt modelId="{CCCFD7AA-655F-4353-8C7F-86EBDA3F63D3}" type="pres">
      <dgm:prSet presAssocID="{EA1EE1C4-8F57-4783-8B0A-75B1678069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F5F0A358-112A-4EAE-991B-13A91B9A957C}" type="pres">
      <dgm:prSet presAssocID="{EA1EE1C4-8F57-4783-8B0A-75B167806962}" presName="spaceRect" presStyleCnt="0"/>
      <dgm:spPr/>
    </dgm:pt>
    <dgm:pt modelId="{DDEC1EA9-FC39-4B10-888A-C45FF2E8E176}" type="pres">
      <dgm:prSet presAssocID="{EA1EE1C4-8F57-4783-8B0A-75B167806962}" presName="textRect" presStyleLbl="revTx" presStyleIdx="1" presStyleCnt="3">
        <dgm:presLayoutVars>
          <dgm:chMax val="1"/>
          <dgm:chPref val="1"/>
        </dgm:presLayoutVars>
      </dgm:prSet>
      <dgm:spPr/>
    </dgm:pt>
    <dgm:pt modelId="{4D4EB9E4-D454-4FD2-9464-68E0899B47A1}" type="pres">
      <dgm:prSet presAssocID="{89513DCC-0D30-47CD-AC88-065D5F3C4C16}" presName="sibTrans" presStyleCnt="0"/>
      <dgm:spPr/>
    </dgm:pt>
    <dgm:pt modelId="{51AA4BEB-D871-4C8D-83C8-3DB0613067C4}" type="pres">
      <dgm:prSet presAssocID="{62638BD9-7C6A-4018-94ED-A5BE9A83F271}" presName="compNode" presStyleCnt="0"/>
      <dgm:spPr/>
    </dgm:pt>
    <dgm:pt modelId="{34552530-0F5C-46AA-B9A3-00E8EF938FBB}" type="pres">
      <dgm:prSet presAssocID="{62638BD9-7C6A-4018-94ED-A5BE9A83F271}" presName="iconBgRect" presStyleLbl="bgShp" presStyleIdx="2" presStyleCnt="3"/>
      <dgm:spPr/>
    </dgm:pt>
    <dgm:pt modelId="{C38AE2E0-A1B1-4209-99D0-987275CFFFBF}" type="pres">
      <dgm:prSet presAssocID="{62638BD9-7C6A-4018-94ED-A5BE9A83F2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14FC46E-B733-4D19-82DD-450493D42D13}" type="pres">
      <dgm:prSet presAssocID="{62638BD9-7C6A-4018-94ED-A5BE9A83F271}" presName="spaceRect" presStyleCnt="0"/>
      <dgm:spPr/>
    </dgm:pt>
    <dgm:pt modelId="{E8E4F1D3-D24A-466C-9334-28F25A16E8FB}" type="pres">
      <dgm:prSet presAssocID="{62638BD9-7C6A-4018-94ED-A5BE9A83F27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27E0108-6414-4CCA-8C05-5BDB65A723DE}" type="presOf" srcId="{62638BD9-7C6A-4018-94ED-A5BE9A83F271}" destId="{E8E4F1D3-D24A-466C-9334-28F25A16E8FB}" srcOrd="0" destOrd="0" presId="urn:microsoft.com/office/officeart/2018/5/layout/IconCircleLabelList"/>
    <dgm:cxn modelId="{FD89D115-D157-421E-AD1F-8FC04B248B4A}" type="presOf" srcId="{EA1EE1C4-8F57-4783-8B0A-75B167806962}" destId="{DDEC1EA9-FC39-4B10-888A-C45FF2E8E176}" srcOrd="0" destOrd="0" presId="urn:microsoft.com/office/officeart/2018/5/layout/IconCircleLabelList"/>
    <dgm:cxn modelId="{8897F528-F025-46BB-A7DB-79D0E2D30B09}" type="presOf" srcId="{B0EF6CB7-7AAB-4C54-9517-AB0FDBEE2A44}" destId="{ECC37378-E762-4531-A4F1-7A804317A03F}" srcOrd="0" destOrd="0" presId="urn:microsoft.com/office/officeart/2018/5/layout/IconCircleLabelList"/>
    <dgm:cxn modelId="{F4CA365D-D397-449A-945E-A52280FB705F}" srcId="{86C01743-0323-4211-A692-DDE7A5BB11F2}" destId="{62638BD9-7C6A-4018-94ED-A5BE9A83F271}" srcOrd="2" destOrd="0" parTransId="{E185EDB8-CE82-4FF3-845D-E95BD49DC53B}" sibTransId="{23EC9D1C-6DA0-4EBD-AA87-4D107BDDBB0E}"/>
    <dgm:cxn modelId="{654FAC78-A285-4FDB-8EA6-61F68B7015BC}" srcId="{86C01743-0323-4211-A692-DDE7A5BB11F2}" destId="{B0EF6CB7-7AAB-4C54-9517-AB0FDBEE2A44}" srcOrd="0" destOrd="0" parTransId="{90515C58-E58F-4E37-953B-48DFA0402BD1}" sibTransId="{19186E3B-8C72-42BC-B8E6-AD601AD72B05}"/>
    <dgm:cxn modelId="{C1EBED86-FE73-49B1-8C9D-067D63E89F7B}" type="presOf" srcId="{86C01743-0323-4211-A692-DDE7A5BB11F2}" destId="{755E6CBE-419B-4821-B2D3-E36CAF0BEB07}" srcOrd="0" destOrd="0" presId="urn:microsoft.com/office/officeart/2018/5/layout/IconCircleLabelList"/>
    <dgm:cxn modelId="{3DEC8EF6-9E1F-4E30-A6E2-7B3F140CCE63}" srcId="{86C01743-0323-4211-A692-DDE7A5BB11F2}" destId="{EA1EE1C4-8F57-4783-8B0A-75B167806962}" srcOrd="1" destOrd="0" parTransId="{95748FFF-0A29-4580-8A51-95BB6F5BBF40}" sibTransId="{89513DCC-0D30-47CD-AC88-065D5F3C4C16}"/>
    <dgm:cxn modelId="{EEC60043-7D5B-42D0-B611-C9C1B850EB79}" type="presParOf" srcId="{755E6CBE-419B-4821-B2D3-E36CAF0BEB07}" destId="{99BD3D65-207A-43AB-BA78-A4FBDC75CB5D}" srcOrd="0" destOrd="0" presId="urn:microsoft.com/office/officeart/2018/5/layout/IconCircleLabelList"/>
    <dgm:cxn modelId="{D2D2EF2B-91EE-4E99-AE82-1564B472D5A2}" type="presParOf" srcId="{99BD3D65-207A-43AB-BA78-A4FBDC75CB5D}" destId="{2F8B89FD-9ABA-41B1-BB3D-32236234414D}" srcOrd="0" destOrd="0" presId="urn:microsoft.com/office/officeart/2018/5/layout/IconCircleLabelList"/>
    <dgm:cxn modelId="{8040487E-10A4-4FB1-A12A-5880E2156F57}" type="presParOf" srcId="{99BD3D65-207A-43AB-BA78-A4FBDC75CB5D}" destId="{854F0F8D-C8EE-4A49-8A68-2A16E5D388DF}" srcOrd="1" destOrd="0" presId="urn:microsoft.com/office/officeart/2018/5/layout/IconCircleLabelList"/>
    <dgm:cxn modelId="{271F510A-CA8E-43A5-B55A-67BC774BC327}" type="presParOf" srcId="{99BD3D65-207A-43AB-BA78-A4FBDC75CB5D}" destId="{C23C0089-5D25-44D4-B7AE-5AA36065207C}" srcOrd="2" destOrd="0" presId="urn:microsoft.com/office/officeart/2018/5/layout/IconCircleLabelList"/>
    <dgm:cxn modelId="{DF28752F-52EA-4C57-9DC0-9A2E3DD74185}" type="presParOf" srcId="{99BD3D65-207A-43AB-BA78-A4FBDC75CB5D}" destId="{ECC37378-E762-4531-A4F1-7A804317A03F}" srcOrd="3" destOrd="0" presId="urn:microsoft.com/office/officeart/2018/5/layout/IconCircleLabelList"/>
    <dgm:cxn modelId="{CB21F41A-D792-437E-AF6B-58A237A01198}" type="presParOf" srcId="{755E6CBE-419B-4821-B2D3-E36CAF0BEB07}" destId="{57F6695D-0989-4AFC-AA56-4A97F1EBA407}" srcOrd="1" destOrd="0" presId="urn:microsoft.com/office/officeart/2018/5/layout/IconCircleLabelList"/>
    <dgm:cxn modelId="{DA2EAD5B-B2F1-43C0-A1D3-77C4C063B836}" type="presParOf" srcId="{755E6CBE-419B-4821-B2D3-E36CAF0BEB07}" destId="{8E2AB33C-7769-4067-95EB-A6D95E8DC96C}" srcOrd="2" destOrd="0" presId="urn:microsoft.com/office/officeart/2018/5/layout/IconCircleLabelList"/>
    <dgm:cxn modelId="{56A52DD1-F2C9-452B-95CF-C4EC9A44679F}" type="presParOf" srcId="{8E2AB33C-7769-4067-95EB-A6D95E8DC96C}" destId="{68C52902-944E-4EEB-9574-D8A52B825ECD}" srcOrd="0" destOrd="0" presId="urn:microsoft.com/office/officeart/2018/5/layout/IconCircleLabelList"/>
    <dgm:cxn modelId="{A46EA15C-0257-4561-919F-16F67E8FA780}" type="presParOf" srcId="{8E2AB33C-7769-4067-95EB-A6D95E8DC96C}" destId="{CCCFD7AA-655F-4353-8C7F-86EBDA3F63D3}" srcOrd="1" destOrd="0" presId="urn:microsoft.com/office/officeart/2018/5/layout/IconCircleLabelList"/>
    <dgm:cxn modelId="{639773B2-B088-4E1C-B1A8-A095ECCF6BAB}" type="presParOf" srcId="{8E2AB33C-7769-4067-95EB-A6D95E8DC96C}" destId="{F5F0A358-112A-4EAE-991B-13A91B9A957C}" srcOrd="2" destOrd="0" presId="urn:microsoft.com/office/officeart/2018/5/layout/IconCircleLabelList"/>
    <dgm:cxn modelId="{DF80E1C6-3CFC-4D6B-B33E-5CFDE78A6C87}" type="presParOf" srcId="{8E2AB33C-7769-4067-95EB-A6D95E8DC96C}" destId="{DDEC1EA9-FC39-4B10-888A-C45FF2E8E176}" srcOrd="3" destOrd="0" presId="urn:microsoft.com/office/officeart/2018/5/layout/IconCircleLabelList"/>
    <dgm:cxn modelId="{1E14CAF9-AF41-4FD9-BCF6-A35DA1C022A2}" type="presParOf" srcId="{755E6CBE-419B-4821-B2D3-E36CAF0BEB07}" destId="{4D4EB9E4-D454-4FD2-9464-68E0899B47A1}" srcOrd="3" destOrd="0" presId="urn:microsoft.com/office/officeart/2018/5/layout/IconCircleLabelList"/>
    <dgm:cxn modelId="{92518ABD-6A43-4380-85BA-E26A72CB06FA}" type="presParOf" srcId="{755E6CBE-419B-4821-B2D3-E36CAF0BEB07}" destId="{51AA4BEB-D871-4C8D-83C8-3DB0613067C4}" srcOrd="4" destOrd="0" presId="urn:microsoft.com/office/officeart/2018/5/layout/IconCircleLabelList"/>
    <dgm:cxn modelId="{F88764A1-46BE-426B-8637-B94227CC1474}" type="presParOf" srcId="{51AA4BEB-D871-4C8D-83C8-3DB0613067C4}" destId="{34552530-0F5C-46AA-B9A3-00E8EF938FBB}" srcOrd="0" destOrd="0" presId="urn:microsoft.com/office/officeart/2018/5/layout/IconCircleLabelList"/>
    <dgm:cxn modelId="{BB95166F-3B0C-4B15-8943-151E1CD5298D}" type="presParOf" srcId="{51AA4BEB-D871-4C8D-83C8-3DB0613067C4}" destId="{C38AE2E0-A1B1-4209-99D0-987275CFFFBF}" srcOrd="1" destOrd="0" presId="urn:microsoft.com/office/officeart/2018/5/layout/IconCircleLabelList"/>
    <dgm:cxn modelId="{6742610D-3A80-4930-A9C5-A669B2767CA0}" type="presParOf" srcId="{51AA4BEB-D871-4C8D-83C8-3DB0613067C4}" destId="{614FC46E-B733-4D19-82DD-450493D42D13}" srcOrd="2" destOrd="0" presId="urn:microsoft.com/office/officeart/2018/5/layout/IconCircleLabelList"/>
    <dgm:cxn modelId="{BD18EFD7-1784-4D59-B0CE-78C6187041D2}" type="presParOf" srcId="{51AA4BEB-D871-4C8D-83C8-3DB0613067C4}" destId="{E8E4F1D3-D24A-466C-9334-28F25A16E8F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3215C-C0DD-47DA-9174-0BDE634A44FE}">
      <dsp:nvSpPr>
        <dsp:cNvPr id="0" name=""/>
        <dsp:cNvSpPr/>
      </dsp:nvSpPr>
      <dsp:spPr>
        <a:xfrm>
          <a:off x="1033945" y="179467"/>
          <a:ext cx="673945" cy="6739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9F7C2-1DFD-4425-9DB1-575C5E67B72A}">
      <dsp:nvSpPr>
        <dsp:cNvPr id="0" name=""/>
        <dsp:cNvSpPr/>
      </dsp:nvSpPr>
      <dsp:spPr>
        <a:xfrm>
          <a:off x="622089" y="1078247"/>
          <a:ext cx="1497656" cy="59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What is cybersecurity?</a:t>
          </a:r>
        </a:p>
      </dsp:txBody>
      <dsp:txXfrm>
        <a:off x="622089" y="1078247"/>
        <a:ext cx="1497656" cy="599062"/>
      </dsp:txXfrm>
    </dsp:sp>
    <dsp:sp modelId="{A2CEF3D8-75F2-46E4-8BE4-870E75993EC3}">
      <dsp:nvSpPr>
        <dsp:cNvPr id="0" name=""/>
        <dsp:cNvSpPr/>
      </dsp:nvSpPr>
      <dsp:spPr>
        <a:xfrm>
          <a:off x="2793691" y="179467"/>
          <a:ext cx="673945" cy="6739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167CC-A245-4CB4-BFF4-4B17D0EB11A9}">
      <dsp:nvSpPr>
        <dsp:cNvPr id="0" name=""/>
        <dsp:cNvSpPr/>
      </dsp:nvSpPr>
      <dsp:spPr>
        <a:xfrm>
          <a:off x="2381835" y="1078247"/>
          <a:ext cx="1497656" cy="59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Why cybersecurity matters more than ever</a:t>
          </a:r>
        </a:p>
      </dsp:txBody>
      <dsp:txXfrm>
        <a:off x="2381835" y="1078247"/>
        <a:ext cx="1497656" cy="599062"/>
      </dsp:txXfrm>
    </dsp:sp>
    <dsp:sp modelId="{38045D06-D023-4FE8-8102-3426E09D717E}">
      <dsp:nvSpPr>
        <dsp:cNvPr id="0" name=""/>
        <dsp:cNvSpPr/>
      </dsp:nvSpPr>
      <dsp:spPr>
        <a:xfrm>
          <a:off x="1913818" y="2051724"/>
          <a:ext cx="673945" cy="6739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B9F31-8109-4E7F-ACF8-B7463C34B5EB}">
      <dsp:nvSpPr>
        <dsp:cNvPr id="0" name=""/>
        <dsp:cNvSpPr/>
      </dsp:nvSpPr>
      <dsp:spPr>
        <a:xfrm>
          <a:off x="1501962" y="2950503"/>
          <a:ext cx="1497656" cy="59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How cyber threats impact individuals and businesses</a:t>
          </a:r>
        </a:p>
      </dsp:txBody>
      <dsp:txXfrm>
        <a:off x="1501962" y="2950503"/>
        <a:ext cx="1497656" cy="5990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B097A-87B9-4D13-B1CB-B66F2AEF327F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0A5C3-9E6C-4871-AD3F-89003AEF43CD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FA63E-C4AF-464E-A0C3-8E55969FD657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SQL Injection: Exploits database query weaknesses</a:t>
          </a:r>
        </a:p>
      </dsp:txBody>
      <dsp:txXfrm>
        <a:off x="1939533" y="717"/>
        <a:ext cx="2786667" cy="1679249"/>
      </dsp:txXfrm>
    </dsp:sp>
    <dsp:sp modelId="{0DE77351-3A34-443C-AC1F-6F83396789E2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292EE-7720-42CD-99FB-971741C88E1B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F4311-6139-4FD2-A5F6-1DEFF39F05E7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XSS: Injects code into web apps</a:t>
          </a:r>
        </a:p>
      </dsp:txBody>
      <dsp:txXfrm>
        <a:off x="1939533" y="2099779"/>
        <a:ext cx="2786667" cy="1679249"/>
      </dsp:txXfrm>
    </dsp:sp>
    <dsp:sp modelId="{956E3785-8942-4DD5-BF37-533CC225A9CF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FE168-F201-47AA-832A-5369B3DD31F3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1AD3A-C38F-490D-9657-12625C9752E1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Zero-Day: Attacks before patch release</a:t>
          </a:r>
        </a:p>
      </dsp:txBody>
      <dsp:txXfrm>
        <a:off x="1939533" y="4198841"/>
        <a:ext cx="2786667" cy="16792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3B0838-5D50-4747-A0A8-3A71E7FDF480}">
      <dsp:nvSpPr>
        <dsp:cNvPr id="0" name=""/>
        <dsp:cNvSpPr/>
      </dsp:nvSpPr>
      <dsp:spPr>
        <a:xfrm>
          <a:off x="2784389" y="619443"/>
          <a:ext cx="1653652" cy="165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Redirects to fake sites</a:t>
          </a:r>
        </a:p>
      </dsp:txBody>
      <dsp:txXfrm>
        <a:off x="2784389" y="619443"/>
        <a:ext cx="1653652" cy="1653652"/>
      </dsp:txXfrm>
    </dsp:sp>
    <dsp:sp modelId="{D3C8B56E-420B-534F-A6FD-F71D91B90B67}">
      <dsp:nvSpPr>
        <dsp:cNvPr id="0" name=""/>
        <dsp:cNvSpPr/>
      </dsp:nvSpPr>
      <dsp:spPr>
        <a:xfrm>
          <a:off x="262760" y="293323"/>
          <a:ext cx="3913116" cy="3913116"/>
        </a:xfrm>
        <a:prstGeom prst="circularArrow">
          <a:avLst>
            <a:gd name="adj1" fmla="val 8241"/>
            <a:gd name="adj2" fmla="val 575443"/>
            <a:gd name="adj3" fmla="val 2966940"/>
            <a:gd name="adj4" fmla="val 49655"/>
            <a:gd name="adj5" fmla="val 9614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AE72F-DE02-B047-8C07-49A8EED94F4F}">
      <dsp:nvSpPr>
        <dsp:cNvPr id="0" name=""/>
        <dsp:cNvSpPr/>
      </dsp:nvSpPr>
      <dsp:spPr>
        <a:xfrm>
          <a:off x="1392492" y="3030280"/>
          <a:ext cx="1653652" cy="165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Steals login info or data</a:t>
          </a:r>
        </a:p>
      </dsp:txBody>
      <dsp:txXfrm>
        <a:off x="1392492" y="3030280"/>
        <a:ext cx="1653652" cy="1653652"/>
      </dsp:txXfrm>
    </dsp:sp>
    <dsp:sp modelId="{FB23336A-EFC6-8942-B2B1-077D351A5ADD}">
      <dsp:nvSpPr>
        <dsp:cNvPr id="0" name=""/>
        <dsp:cNvSpPr/>
      </dsp:nvSpPr>
      <dsp:spPr>
        <a:xfrm>
          <a:off x="262760" y="293323"/>
          <a:ext cx="3913116" cy="3913116"/>
        </a:xfrm>
        <a:prstGeom prst="circularArrow">
          <a:avLst>
            <a:gd name="adj1" fmla="val 8241"/>
            <a:gd name="adj2" fmla="val 575443"/>
            <a:gd name="adj3" fmla="val 10174902"/>
            <a:gd name="adj4" fmla="val 7257617"/>
            <a:gd name="adj5" fmla="val 9614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2B9-B280-1B4F-BF4D-5FE3770C0998}">
      <dsp:nvSpPr>
        <dsp:cNvPr id="0" name=""/>
        <dsp:cNvSpPr/>
      </dsp:nvSpPr>
      <dsp:spPr>
        <a:xfrm>
          <a:off x="595" y="619443"/>
          <a:ext cx="1653652" cy="165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Hard to detect without tools</a:t>
          </a:r>
        </a:p>
      </dsp:txBody>
      <dsp:txXfrm>
        <a:off x="595" y="619443"/>
        <a:ext cx="1653652" cy="1653652"/>
      </dsp:txXfrm>
    </dsp:sp>
    <dsp:sp modelId="{37BBA2D8-7A1B-4B4E-B8D9-CAD2A928982E}">
      <dsp:nvSpPr>
        <dsp:cNvPr id="0" name=""/>
        <dsp:cNvSpPr/>
      </dsp:nvSpPr>
      <dsp:spPr>
        <a:xfrm>
          <a:off x="262760" y="293323"/>
          <a:ext cx="3913116" cy="3913116"/>
        </a:xfrm>
        <a:prstGeom prst="circularArrow">
          <a:avLst>
            <a:gd name="adj1" fmla="val 8241"/>
            <a:gd name="adj2" fmla="val 575443"/>
            <a:gd name="adj3" fmla="val 16859603"/>
            <a:gd name="adj4" fmla="val 14964955"/>
            <a:gd name="adj5" fmla="val 9614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8273B-1438-A146-8D33-B06BAA5C45B1}">
      <dsp:nvSpPr>
        <dsp:cNvPr id="0" name=""/>
        <dsp:cNvSpPr/>
      </dsp:nvSpPr>
      <dsp:spPr>
        <a:xfrm>
          <a:off x="305589" y="1814"/>
          <a:ext cx="3827458" cy="22964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- Tricks people into giving up access</a:t>
          </a:r>
        </a:p>
      </dsp:txBody>
      <dsp:txXfrm>
        <a:off x="305589" y="1814"/>
        <a:ext cx="3827458" cy="2296475"/>
      </dsp:txXfrm>
    </dsp:sp>
    <dsp:sp modelId="{ACBF8729-D3F0-A54D-B2BD-F8BC91D15726}">
      <dsp:nvSpPr>
        <dsp:cNvPr id="0" name=""/>
        <dsp:cNvSpPr/>
      </dsp:nvSpPr>
      <dsp:spPr>
        <a:xfrm>
          <a:off x="305589" y="2681034"/>
          <a:ext cx="3827458" cy="2296475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- Examples: Fake IT support, boss emails, scams</a:t>
          </a:r>
        </a:p>
      </dsp:txBody>
      <dsp:txXfrm>
        <a:off x="305589" y="2681034"/>
        <a:ext cx="3827458" cy="22964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95B73-9FAF-D544-A3F5-F3A64486FE64}">
      <dsp:nvSpPr>
        <dsp:cNvPr id="0" name=""/>
        <dsp:cNvSpPr/>
      </dsp:nvSpPr>
      <dsp:spPr>
        <a:xfrm>
          <a:off x="0" y="245838"/>
          <a:ext cx="4088635" cy="408863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702CA-95EF-EA45-B43B-98168638D1E9}">
      <dsp:nvSpPr>
        <dsp:cNvPr id="0" name=""/>
        <dsp:cNvSpPr/>
      </dsp:nvSpPr>
      <dsp:spPr>
        <a:xfrm>
          <a:off x="388420" y="634258"/>
          <a:ext cx="1594567" cy="159456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Identity theft</a:t>
          </a:r>
        </a:p>
      </dsp:txBody>
      <dsp:txXfrm>
        <a:off x="466260" y="712098"/>
        <a:ext cx="1438887" cy="1438887"/>
      </dsp:txXfrm>
    </dsp:sp>
    <dsp:sp modelId="{C5DA1758-FCA6-0F47-A6D9-AF1BE013DC0C}">
      <dsp:nvSpPr>
        <dsp:cNvPr id="0" name=""/>
        <dsp:cNvSpPr/>
      </dsp:nvSpPr>
      <dsp:spPr>
        <a:xfrm>
          <a:off x="2105647" y="634258"/>
          <a:ext cx="1594567" cy="159456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Credit card scams</a:t>
          </a:r>
        </a:p>
      </dsp:txBody>
      <dsp:txXfrm>
        <a:off x="2183487" y="712098"/>
        <a:ext cx="1438887" cy="1438887"/>
      </dsp:txXfrm>
    </dsp:sp>
    <dsp:sp modelId="{062F44FF-0BE8-E443-B950-1069DA7F891E}">
      <dsp:nvSpPr>
        <dsp:cNvPr id="0" name=""/>
        <dsp:cNvSpPr/>
      </dsp:nvSpPr>
      <dsp:spPr>
        <a:xfrm>
          <a:off x="388420" y="2351485"/>
          <a:ext cx="1594567" cy="159456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Business email compromise</a:t>
          </a:r>
        </a:p>
      </dsp:txBody>
      <dsp:txXfrm>
        <a:off x="466260" y="2429325"/>
        <a:ext cx="1438887" cy="1438887"/>
      </dsp:txXfrm>
    </dsp:sp>
    <dsp:sp modelId="{B1A2F5E0-EE05-564C-8730-40A4E26FA8D5}">
      <dsp:nvSpPr>
        <dsp:cNvPr id="0" name=""/>
        <dsp:cNvSpPr/>
      </dsp:nvSpPr>
      <dsp:spPr>
        <a:xfrm>
          <a:off x="2105647" y="2351485"/>
          <a:ext cx="1594567" cy="159456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Online banking &amp; crypto fraud</a:t>
          </a:r>
        </a:p>
      </dsp:txBody>
      <dsp:txXfrm>
        <a:off x="2183487" y="2429325"/>
        <a:ext cx="1438887" cy="14388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5E8BC-C439-4A3E-876C-EA29547E8DE7}">
      <dsp:nvSpPr>
        <dsp:cNvPr id="0" name=""/>
        <dsp:cNvSpPr/>
      </dsp:nvSpPr>
      <dsp:spPr>
        <a:xfrm>
          <a:off x="277284" y="16496"/>
          <a:ext cx="942538" cy="94253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09CDA-74ED-43D7-A6FE-E4D9042E4CA5}">
      <dsp:nvSpPr>
        <dsp:cNvPr id="0" name=""/>
        <dsp:cNvSpPr/>
      </dsp:nvSpPr>
      <dsp:spPr>
        <a:xfrm>
          <a:off x="475217" y="214429"/>
          <a:ext cx="546672" cy="5466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0EB28-B7A3-42D5-8CEA-D8B241E235D5}">
      <dsp:nvSpPr>
        <dsp:cNvPr id="0" name=""/>
        <dsp:cNvSpPr/>
      </dsp:nvSpPr>
      <dsp:spPr>
        <a:xfrm>
          <a:off x="1421795" y="16496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Use strong passwords</a:t>
          </a:r>
        </a:p>
      </dsp:txBody>
      <dsp:txXfrm>
        <a:off x="1421795" y="16496"/>
        <a:ext cx="2221698" cy="942538"/>
      </dsp:txXfrm>
    </dsp:sp>
    <dsp:sp modelId="{785DB917-6229-4286-9488-FF1DBA2A2F5B}">
      <dsp:nvSpPr>
        <dsp:cNvPr id="0" name=""/>
        <dsp:cNvSpPr/>
      </dsp:nvSpPr>
      <dsp:spPr>
        <a:xfrm>
          <a:off x="4030608" y="16496"/>
          <a:ext cx="942538" cy="9425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38F25-DD93-4041-A65A-8D4FC469790E}">
      <dsp:nvSpPr>
        <dsp:cNvPr id="0" name=""/>
        <dsp:cNvSpPr/>
      </dsp:nvSpPr>
      <dsp:spPr>
        <a:xfrm>
          <a:off x="4228541" y="214429"/>
          <a:ext cx="546672" cy="5466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D74F9-C16B-4EB9-A955-9D8485837B75}">
      <dsp:nvSpPr>
        <dsp:cNvPr id="0" name=""/>
        <dsp:cNvSpPr/>
      </dsp:nvSpPr>
      <dsp:spPr>
        <a:xfrm>
          <a:off x="5175119" y="16496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Enable MFA</a:t>
          </a:r>
        </a:p>
      </dsp:txBody>
      <dsp:txXfrm>
        <a:off x="5175119" y="16496"/>
        <a:ext cx="2221698" cy="942538"/>
      </dsp:txXfrm>
    </dsp:sp>
    <dsp:sp modelId="{1BF4E100-D64C-4503-A88F-123E26A6484C}">
      <dsp:nvSpPr>
        <dsp:cNvPr id="0" name=""/>
        <dsp:cNvSpPr/>
      </dsp:nvSpPr>
      <dsp:spPr>
        <a:xfrm>
          <a:off x="277284" y="1695858"/>
          <a:ext cx="942538" cy="9425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DAA62-C05D-4DE4-8C91-0FD8F7ECC488}">
      <dsp:nvSpPr>
        <dsp:cNvPr id="0" name=""/>
        <dsp:cNvSpPr/>
      </dsp:nvSpPr>
      <dsp:spPr>
        <a:xfrm>
          <a:off x="475217" y="1893791"/>
          <a:ext cx="546672" cy="5466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4D5FA-D941-4A79-B5C6-E42A1DA2B078}">
      <dsp:nvSpPr>
        <dsp:cNvPr id="0" name=""/>
        <dsp:cNvSpPr/>
      </dsp:nvSpPr>
      <dsp:spPr>
        <a:xfrm>
          <a:off x="1421795" y="1695858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Avoid suspicious links</a:t>
          </a:r>
        </a:p>
      </dsp:txBody>
      <dsp:txXfrm>
        <a:off x="1421795" y="1695858"/>
        <a:ext cx="2221698" cy="942538"/>
      </dsp:txXfrm>
    </dsp:sp>
    <dsp:sp modelId="{CCA7790C-1708-4B53-A712-CEFBE0133FDC}">
      <dsp:nvSpPr>
        <dsp:cNvPr id="0" name=""/>
        <dsp:cNvSpPr/>
      </dsp:nvSpPr>
      <dsp:spPr>
        <a:xfrm>
          <a:off x="4030608" y="1695858"/>
          <a:ext cx="942538" cy="94253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5825D6-5BF8-4D04-81A8-A4146DB9CFCE}">
      <dsp:nvSpPr>
        <dsp:cNvPr id="0" name=""/>
        <dsp:cNvSpPr/>
      </dsp:nvSpPr>
      <dsp:spPr>
        <a:xfrm>
          <a:off x="4228541" y="1893791"/>
          <a:ext cx="546672" cy="5466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D4F82-B6F0-4E66-A011-25D78E1C1770}">
      <dsp:nvSpPr>
        <dsp:cNvPr id="0" name=""/>
        <dsp:cNvSpPr/>
      </dsp:nvSpPr>
      <dsp:spPr>
        <a:xfrm>
          <a:off x="5175119" y="1695858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Keep software updated</a:t>
          </a:r>
        </a:p>
      </dsp:txBody>
      <dsp:txXfrm>
        <a:off x="5175119" y="1695858"/>
        <a:ext cx="2221698" cy="942538"/>
      </dsp:txXfrm>
    </dsp:sp>
    <dsp:sp modelId="{049A12A2-B345-4298-B671-9375E682062C}">
      <dsp:nvSpPr>
        <dsp:cNvPr id="0" name=""/>
        <dsp:cNvSpPr/>
      </dsp:nvSpPr>
      <dsp:spPr>
        <a:xfrm>
          <a:off x="277284" y="3375220"/>
          <a:ext cx="942538" cy="94253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17233-0043-497F-8DAD-2C5E2165F5F5}">
      <dsp:nvSpPr>
        <dsp:cNvPr id="0" name=""/>
        <dsp:cNvSpPr/>
      </dsp:nvSpPr>
      <dsp:spPr>
        <a:xfrm>
          <a:off x="475217" y="3573154"/>
          <a:ext cx="546672" cy="54667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87EF2-45FF-485F-8F4C-16D8DF26B299}">
      <dsp:nvSpPr>
        <dsp:cNvPr id="0" name=""/>
        <dsp:cNvSpPr/>
      </dsp:nvSpPr>
      <dsp:spPr>
        <a:xfrm>
          <a:off x="1421795" y="3375220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Use antivirus/firewall</a:t>
          </a:r>
        </a:p>
      </dsp:txBody>
      <dsp:txXfrm>
        <a:off x="1421795" y="3375220"/>
        <a:ext cx="2221698" cy="94253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0E2A4-44AA-064A-84ED-94F0A8D8CF8B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BFD9F-7D9B-8944-A1A6-16ED9CE37195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Covers data breaches, ransomware, legal costs</a:t>
          </a:r>
        </a:p>
      </dsp:txBody>
      <dsp:txXfrm>
        <a:off x="283960" y="1066136"/>
        <a:ext cx="2107770" cy="1308711"/>
      </dsp:txXfrm>
    </dsp:sp>
    <dsp:sp modelId="{0EBB2571-2FE0-3642-9CCF-52DAEDEA2C12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7435A-1FF5-4447-B148-143C4CBECCFD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Helps recover from financial losses</a:t>
          </a:r>
        </a:p>
      </dsp:txBody>
      <dsp:txXfrm>
        <a:off x="2959652" y="1066136"/>
        <a:ext cx="2107770" cy="1308711"/>
      </dsp:txXfrm>
    </dsp:sp>
    <dsp:sp modelId="{584F39E5-CBA5-4F47-B050-EE1D9F1BA373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11EDE-D2CE-E74F-9571-743F754A0D29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Important for all businesses</a:t>
          </a:r>
        </a:p>
      </dsp:txBody>
      <dsp:txXfrm>
        <a:off x="5635343" y="1066136"/>
        <a:ext cx="2107770" cy="13087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D2CA4-EFA1-4B81-A890-DCAA81ACE441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1D04FF-3065-461A-B7D5-6FE5E1944132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AD6EF-3A6D-4EF3-AE63-55DCCD3D6FC0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Be cautious and informed</a:t>
          </a:r>
        </a:p>
      </dsp:txBody>
      <dsp:txXfrm>
        <a:off x="2092" y="2524067"/>
        <a:ext cx="1741992" cy="696796"/>
      </dsp:txXfrm>
    </dsp:sp>
    <dsp:sp modelId="{EB42213E-9AC6-4B2F-B91C-46E0B506BB96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1BB59-50D5-4536-AB08-0C6BDE8160C3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25C31-BAE0-45AD-B982-7A6BB1877154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Back up data</a:t>
          </a:r>
        </a:p>
      </dsp:txBody>
      <dsp:txXfrm>
        <a:off x="2048933" y="2524067"/>
        <a:ext cx="1741992" cy="696796"/>
      </dsp:txXfrm>
    </dsp:sp>
    <dsp:sp modelId="{B9266E0A-324F-4001-8C19-D3BED0E13C12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683E4-B3EC-401C-BB73-898B43C9C0D5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498D2-7BF2-4796-887C-B28670400910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Foster cybersecurity culture</a:t>
          </a:r>
        </a:p>
      </dsp:txBody>
      <dsp:txXfrm>
        <a:off x="4095774" y="2524067"/>
        <a:ext cx="1741992" cy="696796"/>
      </dsp:txXfrm>
    </dsp:sp>
    <dsp:sp modelId="{3B48DF96-2369-4CF4-923F-17DF2F9E4769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3B117-1B7D-4B92-9C1E-C11E8F45FC59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39671-66DC-4B50-A390-951217780713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Stay current with threats</a:t>
          </a:r>
        </a:p>
      </dsp:txBody>
      <dsp:txXfrm>
        <a:off x="6142615" y="2524067"/>
        <a:ext cx="1741992" cy="6967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8B89FD-9ABA-41B1-BB3D-32236234414D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F0F8D-C8EE-4A49-8A68-2A16E5D388DF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37378-E762-4531-A4F1-7A804317A03F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- Any questions?</a:t>
          </a:r>
        </a:p>
      </dsp:txBody>
      <dsp:txXfrm>
        <a:off x="80381" y="2738169"/>
        <a:ext cx="2306250" cy="720000"/>
      </dsp:txXfrm>
    </dsp:sp>
    <dsp:sp modelId="{68C52902-944E-4EEB-9574-D8A52B825ECD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CFD7AA-655F-4353-8C7F-86EBDA3F63D3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C1EA9-FC39-4B10-888A-C45FF2E8E176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- Share stories</a:t>
          </a:r>
        </a:p>
      </dsp:txBody>
      <dsp:txXfrm>
        <a:off x="2790224" y="2738169"/>
        <a:ext cx="2306250" cy="720000"/>
      </dsp:txXfrm>
    </dsp:sp>
    <dsp:sp modelId="{34552530-0F5C-46AA-B9A3-00E8EF938FBB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AE2E0-A1B1-4209-99D0-987275CFFFBF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4F1D3-D24A-466C-9334-28F25A16E8FB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- Discuss recent breaches</a:t>
          </a:r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BB05E-4F84-E64E-8B42-79C6120C5335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5EB95-C2F5-4C44-99FE-C699051BA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12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how our dependence on digital systems increases our exposure to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common in poorly secured web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human element is often the weakest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Cybersecurity is a continuous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/>
              <a:t>Cybersecurity Awareness: Protecting Yourself in a Digital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endParaRPr lang="en-US" sz="1700"/>
          </a:p>
          <a:p>
            <a:r>
              <a:rPr lang="en-US" sz="1700"/>
              <a:t>Understanding Threats, Avoiding Financial Fraud, and Transferring Risk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E60377C4-4FF4-B7F1-D412-D8AF8619A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US" sz="3500"/>
              <a:t>Introduction to Cybersecurity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F5B7BB-9ED8-5AC4-79E9-9C2499EE8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54" r="30400" b="-1"/>
          <a:stretch/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E7A3D6-423B-D552-E104-63DF540DA0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466058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1682B3F8-AB41-0B11-230F-B0550CF7D5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8" r="20564" b="-1"/>
          <a:stretch/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Common Cyber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/>
              <a:t>- Phishing: Fake emails/links that steal credentials</a:t>
            </a:r>
          </a:p>
          <a:p>
            <a:endParaRPr lang="en-US" sz="1700"/>
          </a:p>
          <a:p>
            <a:r>
              <a:rPr lang="en-US" sz="1700"/>
              <a:t>- Ransomware: Encrypts data, demands payment</a:t>
            </a:r>
          </a:p>
          <a:p>
            <a:r>
              <a:rPr lang="en-US" sz="1700"/>
              <a:t>- DoS: Overloads systems</a:t>
            </a:r>
          </a:p>
          <a:p>
            <a:r>
              <a:rPr lang="en-US" sz="1700"/>
              <a:t>- MitM: Intercepts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Application Exploits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D98292-7D48-8169-DA6F-BD460FCC4E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826654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en-US" sz="4200"/>
              <a:t>DNS Spoofing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52E4AB-C7C5-A0B1-DC34-CC8F2B6317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140349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en-US" sz="4200"/>
              <a:t>Social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E4324C-E7F8-2010-BB28-D765DF992B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232324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1482631"/>
            <a:ext cx="2919549" cy="4199710"/>
          </a:xfrm>
        </p:spPr>
        <p:txBody>
          <a:bodyPr anchor="ctr">
            <a:normAutofit/>
          </a:bodyPr>
          <a:lstStyle/>
          <a:p>
            <a:r>
              <a:rPr lang="en-US" sz="4700"/>
              <a:t>Financial Fraud &amp; Cyber Crime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315431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982976"/>
            <a:ext cx="4507025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12BEB-0033-618A-A393-5C4084657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383867"/>
              </p:ext>
            </p:extLst>
          </p:nvPr>
        </p:nvGraphicFramePr>
        <p:xfrm>
          <a:off x="4477630" y="1294712"/>
          <a:ext cx="4088635" cy="4580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en-US" sz="3500"/>
              <a:t>How to Protect Yourself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1B69CF-DDD4-65BC-D920-06DF406A90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2627447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Cyber Insurance – Transferring the Risk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6D6931F-499E-2346-BC74-ADEA4315D3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5404775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Final Thoughts &amp; Best Practices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1C183D-FE4F-48C3-DA40-57D533DFBF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96301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Q&amp;A / Discussion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634F72-ED18-99DD-5422-DC699401E5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323841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holding a puzzle piece">
            <a:extLst>
              <a:ext uri="{FF2B5EF4-FFF2-40B4-BE49-F238E27FC236}">
                <a16:creationId xmlns:a16="http://schemas.microsoft.com/office/drawing/2014/main" id="{DA42432A-2C91-713E-1618-D7AFF1AAF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40" r="14015" b="-1"/>
          <a:stretch/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/>
              <a:t>- staysafeonline.org</a:t>
            </a:r>
          </a:p>
          <a:p>
            <a:r>
              <a:rPr lang="en-US" sz="1700"/>
              <a:t>- ftc.gov</a:t>
            </a:r>
          </a:p>
          <a:p>
            <a:r>
              <a:rPr lang="en-US" sz="1700"/>
              <a:t>- Internal security team</a:t>
            </a:r>
          </a:p>
          <a:p>
            <a:r>
              <a:rPr lang="en-US" sz="1700"/>
              <a:t>- Cyber insurance provider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20d1955-020d-4c76-864f-cc2dcc9e5a37}" enabled="1" method="Standard" siteId="{c1e83c8a-d320-4149-a24e-947064f4298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302</Words>
  <Application>Microsoft Macintosh PowerPoint</Application>
  <PresentationFormat>On-screen Show (4:3)</PresentationFormat>
  <Paragraphs>57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Cybersecurity Awareness: Protecting Yourself in a Digital World</vt:lpstr>
      <vt:lpstr>Introduction to Cybersecurity</vt:lpstr>
      <vt:lpstr>Common Cyber Threats</vt:lpstr>
      <vt:lpstr>Application Exploits</vt:lpstr>
      <vt:lpstr>DNS Spoofing</vt:lpstr>
      <vt:lpstr>Social Engineering</vt:lpstr>
      <vt:lpstr>Financial Fraud &amp; Cyber Crime</vt:lpstr>
      <vt:lpstr>How to Protect Yourself</vt:lpstr>
      <vt:lpstr>Cyber Insurance – Transferring the Risk</vt:lpstr>
      <vt:lpstr>Final Thoughts &amp; Best Practices</vt:lpstr>
      <vt:lpstr>Q&amp;A / Discussion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Lazaro Denis</cp:lastModifiedBy>
  <cp:revision>3</cp:revision>
  <dcterms:created xsi:type="dcterms:W3CDTF">2013-01-27T09:14:16Z</dcterms:created>
  <dcterms:modified xsi:type="dcterms:W3CDTF">2025-03-31T18:58:17Z</dcterms:modified>
  <cp:category/>
</cp:coreProperties>
</file>